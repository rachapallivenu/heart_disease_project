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269" r:id="rId3"/>
    <p:sldId id="257" r:id="rId4"/>
    <p:sldId id="258" r:id="rId5"/>
    <p:sldId id="259" r:id="rId6"/>
    <p:sldId id="260" r:id="rId7"/>
    <p:sldId id="261" r:id="rId8"/>
    <p:sldId id="262" r:id="rId9"/>
    <p:sldId id="263" r:id="rId10"/>
    <p:sldId id="271" r:id="rId11"/>
    <p:sldId id="273" r:id="rId12"/>
    <p:sldId id="275" r:id="rId13"/>
    <p:sldId id="276" r:id="rId14"/>
    <p:sldId id="277" r:id="rId15"/>
    <p:sldId id="278" r:id="rId16"/>
    <p:sldId id="281" r:id="rId17"/>
    <p:sldId id="272" r:id="rId18"/>
    <p:sldId id="279" r:id="rId19"/>
    <p:sldId id="280" r:id="rId20"/>
    <p:sldId id="283" r:id="rId21"/>
    <p:sldId id="282" r:id="rId22"/>
    <p:sldId id="284" r:id="rId23"/>
    <p:sldId id="286" r:id="rId24"/>
    <p:sldId id="288" r:id="rId25"/>
    <p:sldId id="289" r:id="rId26"/>
    <p:sldId id="287" r:id="rId27"/>
    <p:sldId id="290" r:id="rId28"/>
    <p:sldId id="285" r:id="rId29"/>
    <p:sldId id="264" r:id="rId30"/>
    <p:sldId id="26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92056E-F2F6-4BF3-9916-13A7E779DD98}" v="27" dt="2023-03-14T05:40:54.101"/>
    <p1510:client id="{2C0F1C8D-EA21-40FB-B819-C70C3838172B}" v="15" dt="2023-11-04T07:59:51.353"/>
    <p1510:client id="{3EA55341-E71B-4F30-AFBC-E253124150DA}" v="5" dt="2023-11-01T06:20:40.313"/>
    <p1510:client id="{69BB6F29-0DAB-4C6F-8EEC-4F5268FAA9AE}" v="7" dt="2023-11-01T08:34:19.528"/>
    <p1510:client id="{69D96C69-E566-4E65-8273-BF997897E159}" v="60" dt="2023-03-14T07:31:07.777"/>
    <p1510:client id="{7EA03A66-8D7A-47E9-934E-E3DD73E28340}" v="45" dt="2023-11-07T12:37:27.902"/>
    <p1510:client id="{8451C6FE-9552-4F2C-9E89-099C16C21781}" v="1" dt="2023-11-04T03:52:49.004"/>
    <p1510:client id="{A4DE4446-FA52-42CA-9711-ABDDB272586E}" v="663" dt="2023-11-01T06:25:29.761"/>
    <p1510:client id="{C835F655-83A0-4FCA-A30A-6DF7F3D138E1}" v="789" dt="2023-03-13T17:25:47.234"/>
    <p1510:client id="{D4951A68-DA6A-4AE1-A58E-19B4B7CAFD30}" v="12" dt="2023-11-04T06:09:20.410"/>
    <p1510:client id="{D67BDFC0-F52E-4D9E-8BE0-BA928A18A656}" v="2819" dt="2023-03-13T07:12:04.965"/>
    <p1510:client id="{D9A104CE-EDB2-46EC-9611-C3F801DA1670}" v="269" dt="2023-03-14T03:20:51.422"/>
    <p1510:client id="{DA6093FC-911E-4C1A-A5B7-F63FAEB005D2}" v="756" dt="2023-03-13T09:30:09.988"/>
    <p1510:client id="{DFF886D1-F1D8-4550-9614-B8381409FEEE}" v="125" dt="2023-11-01T06:11:43.763"/>
    <p1510:client id="{E9FA25A0-136F-4AA8-9182-DBB227AA56C3}" v="87" dt="2023-11-04T07:06:40.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D6D0CE"/>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2815"/>
            <a:ext cx="5029215" cy="6855184"/>
          </a:xfrm>
          <a:prstGeom prst="rect">
            <a:avLst/>
          </a:prstGeom>
        </p:spPr>
      </p:pic>
      <p:sp>
        <p:nvSpPr>
          <p:cNvPr id="18" name="bg object 18"/>
          <p:cNvSpPr/>
          <p:nvPr/>
        </p:nvSpPr>
        <p:spPr>
          <a:xfrm>
            <a:off x="6172225" y="0"/>
            <a:ext cx="6019800" cy="5791835"/>
          </a:xfrm>
          <a:custGeom>
            <a:avLst/>
            <a:gdLst/>
            <a:ahLst/>
            <a:cxnLst/>
            <a:rect l="l" t="t" r="r" b="b"/>
            <a:pathLst>
              <a:path w="6019800" h="5791835">
                <a:moveTo>
                  <a:pt x="6019774" y="0"/>
                </a:moveTo>
                <a:lnTo>
                  <a:pt x="156565" y="0"/>
                </a:lnTo>
                <a:lnTo>
                  <a:pt x="113893" y="143255"/>
                </a:lnTo>
                <a:lnTo>
                  <a:pt x="102672" y="190141"/>
                </a:lnTo>
                <a:lnTo>
                  <a:pt x="92048" y="237208"/>
                </a:lnTo>
                <a:lnTo>
                  <a:pt x="82018" y="284449"/>
                </a:lnTo>
                <a:lnTo>
                  <a:pt x="72581" y="331858"/>
                </a:lnTo>
                <a:lnTo>
                  <a:pt x="63733" y="379428"/>
                </a:lnTo>
                <a:lnTo>
                  <a:pt x="55472" y="427150"/>
                </a:lnTo>
                <a:lnTo>
                  <a:pt x="47795" y="475018"/>
                </a:lnTo>
                <a:lnTo>
                  <a:pt x="40700" y="523023"/>
                </a:lnTo>
                <a:lnTo>
                  <a:pt x="34185" y="571160"/>
                </a:lnTo>
                <a:lnTo>
                  <a:pt x="28245" y="619421"/>
                </a:lnTo>
                <a:lnTo>
                  <a:pt x="22880" y="667798"/>
                </a:lnTo>
                <a:lnTo>
                  <a:pt x="18086" y="716284"/>
                </a:lnTo>
                <a:lnTo>
                  <a:pt x="13861" y="764872"/>
                </a:lnTo>
                <a:lnTo>
                  <a:pt x="10203" y="813554"/>
                </a:lnTo>
                <a:lnTo>
                  <a:pt x="7108" y="862323"/>
                </a:lnTo>
                <a:lnTo>
                  <a:pt x="4574" y="911173"/>
                </a:lnTo>
                <a:lnTo>
                  <a:pt x="2599" y="960095"/>
                </a:lnTo>
                <a:lnTo>
                  <a:pt x="1180" y="1009082"/>
                </a:lnTo>
                <a:lnTo>
                  <a:pt x="314" y="1058127"/>
                </a:lnTo>
                <a:lnTo>
                  <a:pt x="0" y="1107223"/>
                </a:lnTo>
                <a:lnTo>
                  <a:pt x="233" y="1156363"/>
                </a:lnTo>
                <a:lnTo>
                  <a:pt x="1012" y="1205538"/>
                </a:lnTo>
                <a:lnTo>
                  <a:pt x="2335" y="1254743"/>
                </a:lnTo>
                <a:lnTo>
                  <a:pt x="4198" y="1303969"/>
                </a:lnTo>
                <a:lnTo>
                  <a:pt x="6599" y="1353209"/>
                </a:lnTo>
                <a:lnTo>
                  <a:pt x="9535" y="1402456"/>
                </a:lnTo>
                <a:lnTo>
                  <a:pt x="13005" y="1451703"/>
                </a:lnTo>
                <a:lnTo>
                  <a:pt x="17005" y="1500942"/>
                </a:lnTo>
                <a:lnTo>
                  <a:pt x="21532" y="1550166"/>
                </a:lnTo>
                <a:lnTo>
                  <a:pt x="26585" y="1599368"/>
                </a:lnTo>
                <a:lnTo>
                  <a:pt x="32160" y="1648541"/>
                </a:lnTo>
                <a:lnTo>
                  <a:pt x="38256" y="1697677"/>
                </a:lnTo>
                <a:lnTo>
                  <a:pt x="44868" y="1746768"/>
                </a:lnTo>
                <a:lnTo>
                  <a:pt x="51996" y="1795808"/>
                </a:lnTo>
                <a:lnTo>
                  <a:pt x="59636" y="1844790"/>
                </a:lnTo>
                <a:lnTo>
                  <a:pt x="67786" y="1893706"/>
                </a:lnTo>
                <a:lnTo>
                  <a:pt x="76443" y="1942548"/>
                </a:lnTo>
                <a:lnTo>
                  <a:pt x="85605" y="1991310"/>
                </a:lnTo>
                <a:lnTo>
                  <a:pt x="95268" y="2039983"/>
                </a:lnTo>
                <a:lnTo>
                  <a:pt x="105431" y="2088562"/>
                </a:lnTo>
                <a:lnTo>
                  <a:pt x="116091" y="2137038"/>
                </a:lnTo>
                <a:lnTo>
                  <a:pt x="127246" y="2185405"/>
                </a:lnTo>
                <a:lnTo>
                  <a:pt x="138892" y="2233654"/>
                </a:lnTo>
                <a:lnTo>
                  <a:pt x="151027" y="2281779"/>
                </a:lnTo>
                <a:lnTo>
                  <a:pt x="163649" y="2329773"/>
                </a:lnTo>
                <a:lnTo>
                  <a:pt x="176755" y="2377627"/>
                </a:lnTo>
                <a:lnTo>
                  <a:pt x="190343" y="2425336"/>
                </a:lnTo>
                <a:lnTo>
                  <a:pt x="204409" y="2472891"/>
                </a:lnTo>
                <a:lnTo>
                  <a:pt x="218952" y="2520285"/>
                </a:lnTo>
                <a:lnTo>
                  <a:pt x="233968" y="2567511"/>
                </a:lnTo>
                <a:lnTo>
                  <a:pt x="249456" y="2614561"/>
                </a:lnTo>
                <a:lnTo>
                  <a:pt x="265413" y="2661429"/>
                </a:lnTo>
                <a:lnTo>
                  <a:pt x="281835" y="2708107"/>
                </a:lnTo>
                <a:lnTo>
                  <a:pt x="298721" y="2754587"/>
                </a:lnTo>
                <a:lnTo>
                  <a:pt x="316068" y="2800863"/>
                </a:lnTo>
                <a:lnTo>
                  <a:pt x="333873" y="2846928"/>
                </a:lnTo>
                <a:lnTo>
                  <a:pt x="352134" y="2892773"/>
                </a:lnTo>
                <a:lnTo>
                  <a:pt x="370848" y="2938391"/>
                </a:lnTo>
                <a:lnTo>
                  <a:pt x="390013" y="2983776"/>
                </a:lnTo>
                <a:lnTo>
                  <a:pt x="409626" y="3028920"/>
                </a:lnTo>
                <a:lnTo>
                  <a:pt x="429685" y="3073815"/>
                </a:lnTo>
                <a:lnTo>
                  <a:pt x="450186" y="3118455"/>
                </a:lnTo>
                <a:lnTo>
                  <a:pt x="471128" y="3162832"/>
                </a:lnTo>
                <a:lnTo>
                  <a:pt x="492507" y="3206938"/>
                </a:lnTo>
                <a:lnTo>
                  <a:pt x="514322" y="3250768"/>
                </a:lnTo>
                <a:lnTo>
                  <a:pt x="536569" y="3294312"/>
                </a:lnTo>
                <a:lnTo>
                  <a:pt x="559247" y="3337564"/>
                </a:lnTo>
                <a:lnTo>
                  <a:pt x="582352" y="3380517"/>
                </a:lnTo>
                <a:lnTo>
                  <a:pt x="605882" y="3423163"/>
                </a:lnTo>
                <a:lnTo>
                  <a:pt x="629834" y="3465495"/>
                </a:lnTo>
                <a:lnTo>
                  <a:pt x="654206" y="3507506"/>
                </a:lnTo>
                <a:lnTo>
                  <a:pt x="678995" y="3549189"/>
                </a:lnTo>
                <a:lnTo>
                  <a:pt x="704199" y="3590535"/>
                </a:lnTo>
                <a:lnTo>
                  <a:pt x="729815" y="3631538"/>
                </a:lnTo>
                <a:lnTo>
                  <a:pt x="755841" y="3672191"/>
                </a:lnTo>
                <a:lnTo>
                  <a:pt x="782273" y="3712486"/>
                </a:lnTo>
                <a:lnTo>
                  <a:pt x="809110" y="3752416"/>
                </a:lnTo>
                <a:lnTo>
                  <a:pt x="836349" y="3791974"/>
                </a:lnTo>
                <a:lnTo>
                  <a:pt x="863987" y="3831152"/>
                </a:lnTo>
                <a:lnTo>
                  <a:pt x="892022" y="3869944"/>
                </a:lnTo>
                <a:lnTo>
                  <a:pt x="923152" y="3911941"/>
                </a:lnTo>
                <a:lnTo>
                  <a:pt x="954785" y="3953519"/>
                </a:lnTo>
                <a:lnTo>
                  <a:pt x="986912" y="3994676"/>
                </a:lnTo>
                <a:lnTo>
                  <a:pt x="1019524" y="4035412"/>
                </a:lnTo>
                <a:lnTo>
                  <a:pt x="1052613" y="4075724"/>
                </a:lnTo>
                <a:lnTo>
                  <a:pt x="1086171" y="4115610"/>
                </a:lnTo>
                <a:lnTo>
                  <a:pt x="1120188" y="4155070"/>
                </a:lnTo>
                <a:lnTo>
                  <a:pt x="1154657" y="4194101"/>
                </a:lnTo>
                <a:lnTo>
                  <a:pt x="1189568" y="4232702"/>
                </a:lnTo>
                <a:lnTo>
                  <a:pt x="1224913" y="4270872"/>
                </a:lnTo>
                <a:lnTo>
                  <a:pt x="1260684" y="4308609"/>
                </a:lnTo>
                <a:lnTo>
                  <a:pt x="1296872" y="4345911"/>
                </a:lnTo>
                <a:lnTo>
                  <a:pt x="1333468" y="4382777"/>
                </a:lnTo>
                <a:lnTo>
                  <a:pt x="1370465" y="4419206"/>
                </a:lnTo>
                <a:lnTo>
                  <a:pt x="1407852" y="4455195"/>
                </a:lnTo>
                <a:lnTo>
                  <a:pt x="1445623" y="4490743"/>
                </a:lnTo>
                <a:lnTo>
                  <a:pt x="1483768" y="4525849"/>
                </a:lnTo>
                <a:lnTo>
                  <a:pt x="1522278" y="4560511"/>
                </a:lnTo>
                <a:lnTo>
                  <a:pt x="1561146" y="4594728"/>
                </a:lnTo>
                <a:lnTo>
                  <a:pt x="1600363" y="4628498"/>
                </a:lnTo>
                <a:lnTo>
                  <a:pt x="1639920" y="4661819"/>
                </a:lnTo>
                <a:lnTo>
                  <a:pt x="1679808" y="4694689"/>
                </a:lnTo>
                <a:lnTo>
                  <a:pt x="1720019" y="4727109"/>
                </a:lnTo>
                <a:lnTo>
                  <a:pt x="1760545" y="4759074"/>
                </a:lnTo>
                <a:lnTo>
                  <a:pt x="1801377" y="4790585"/>
                </a:lnTo>
                <a:lnTo>
                  <a:pt x="1842506" y="4821640"/>
                </a:lnTo>
                <a:lnTo>
                  <a:pt x="1883924" y="4852237"/>
                </a:lnTo>
                <a:lnTo>
                  <a:pt x="1925622" y="4882374"/>
                </a:lnTo>
                <a:lnTo>
                  <a:pt x="1967592" y="4912051"/>
                </a:lnTo>
                <a:lnTo>
                  <a:pt x="2009826" y="4941264"/>
                </a:lnTo>
                <a:lnTo>
                  <a:pt x="2052314" y="4970014"/>
                </a:lnTo>
                <a:lnTo>
                  <a:pt x="2095048" y="4998298"/>
                </a:lnTo>
                <a:lnTo>
                  <a:pt x="2138019" y="5026114"/>
                </a:lnTo>
                <a:lnTo>
                  <a:pt x="2181220" y="5053462"/>
                </a:lnTo>
                <a:lnTo>
                  <a:pt x="2224641" y="5080339"/>
                </a:lnTo>
                <a:lnTo>
                  <a:pt x="2268274" y="5106745"/>
                </a:lnTo>
                <a:lnTo>
                  <a:pt x="2312111" y="5132677"/>
                </a:lnTo>
                <a:lnTo>
                  <a:pt x="2356142" y="5158134"/>
                </a:lnTo>
                <a:lnTo>
                  <a:pt x="2400360" y="5183114"/>
                </a:lnTo>
                <a:lnTo>
                  <a:pt x="2444756" y="5207617"/>
                </a:lnTo>
                <a:lnTo>
                  <a:pt x="2489320" y="5231639"/>
                </a:lnTo>
                <a:lnTo>
                  <a:pt x="2534046" y="5255180"/>
                </a:lnTo>
                <a:lnTo>
                  <a:pt x="2578923" y="5278239"/>
                </a:lnTo>
                <a:lnTo>
                  <a:pt x="2623944" y="5300813"/>
                </a:lnTo>
                <a:lnTo>
                  <a:pt x="2669101" y="5322901"/>
                </a:lnTo>
                <a:lnTo>
                  <a:pt x="2714383" y="5344502"/>
                </a:lnTo>
                <a:lnTo>
                  <a:pt x="2759784" y="5365614"/>
                </a:lnTo>
                <a:lnTo>
                  <a:pt x="2805294" y="5386235"/>
                </a:lnTo>
                <a:lnTo>
                  <a:pt x="2850905" y="5406364"/>
                </a:lnTo>
                <a:lnTo>
                  <a:pt x="2896608" y="5425999"/>
                </a:lnTo>
                <a:lnTo>
                  <a:pt x="2942395" y="5445139"/>
                </a:lnTo>
                <a:lnTo>
                  <a:pt x="2988257" y="5463782"/>
                </a:lnTo>
                <a:lnTo>
                  <a:pt x="3034186" y="5481927"/>
                </a:lnTo>
                <a:lnTo>
                  <a:pt x="3080172" y="5499572"/>
                </a:lnTo>
                <a:lnTo>
                  <a:pt x="3126209" y="5516716"/>
                </a:lnTo>
                <a:lnTo>
                  <a:pt x="3172287" y="5533356"/>
                </a:lnTo>
                <a:lnTo>
                  <a:pt x="3218397" y="5549492"/>
                </a:lnTo>
                <a:lnTo>
                  <a:pt x="3264531" y="5565122"/>
                </a:lnTo>
                <a:lnTo>
                  <a:pt x="3310680" y="5580244"/>
                </a:lnTo>
                <a:lnTo>
                  <a:pt x="3356836" y="5594857"/>
                </a:lnTo>
                <a:lnTo>
                  <a:pt x="3402991" y="5608959"/>
                </a:lnTo>
                <a:lnTo>
                  <a:pt x="3449135" y="5622548"/>
                </a:lnTo>
                <a:lnTo>
                  <a:pt x="3495260" y="5635624"/>
                </a:lnTo>
                <a:lnTo>
                  <a:pt x="3541359" y="5648184"/>
                </a:lnTo>
                <a:lnTo>
                  <a:pt x="3587421" y="5660227"/>
                </a:lnTo>
                <a:lnTo>
                  <a:pt x="3633439" y="5671752"/>
                </a:lnTo>
                <a:lnTo>
                  <a:pt x="3679404" y="5682757"/>
                </a:lnTo>
                <a:lnTo>
                  <a:pt x="3725307" y="5693239"/>
                </a:lnTo>
                <a:lnTo>
                  <a:pt x="3771141" y="5703199"/>
                </a:lnTo>
                <a:lnTo>
                  <a:pt x="3816895" y="5712634"/>
                </a:lnTo>
                <a:lnTo>
                  <a:pt x="3862563" y="5721542"/>
                </a:lnTo>
                <a:lnTo>
                  <a:pt x="3908135" y="5729922"/>
                </a:lnTo>
                <a:lnTo>
                  <a:pt x="3953603" y="5737773"/>
                </a:lnTo>
                <a:lnTo>
                  <a:pt x="3998958" y="5745093"/>
                </a:lnTo>
                <a:lnTo>
                  <a:pt x="4044191" y="5751881"/>
                </a:lnTo>
                <a:lnTo>
                  <a:pt x="4089295" y="5758134"/>
                </a:lnTo>
                <a:lnTo>
                  <a:pt x="4134260" y="5763852"/>
                </a:lnTo>
                <a:lnTo>
                  <a:pt x="4179078" y="5769032"/>
                </a:lnTo>
                <a:lnTo>
                  <a:pt x="4223741" y="5773673"/>
                </a:lnTo>
                <a:lnTo>
                  <a:pt x="4268240" y="5777775"/>
                </a:lnTo>
                <a:lnTo>
                  <a:pt x="4312566" y="5781334"/>
                </a:lnTo>
                <a:lnTo>
                  <a:pt x="4356711" y="5784350"/>
                </a:lnTo>
                <a:lnTo>
                  <a:pt x="4400666" y="5786820"/>
                </a:lnTo>
                <a:lnTo>
                  <a:pt x="4444424" y="5788744"/>
                </a:lnTo>
                <a:lnTo>
                  <a:pt x="4487974" y="5790121"/>
                </a:lnTo>
                <a:lnTo>
                  <a:pt x="4531309" y="5790947"/>
                </a:lnTo>
                <a:lnTo>
                  <a:pt x="4574420" y="5791222"/>
                </a:lnTo>
                <a:lnTo>
                  <a:pt x="4617299" y="5790944"/>
                </a:lnTo>
                <a:lnTo>
                  <a:pt x="4659936" y="5790112"/>
                </a:lnTo>
                <a:lnTo>
                  <a:pt x="4702324" y="5788724"/>
                </a:lnTo>
                <a:lnTo>
                  <a:pt x="4744455" y="5786779"/>
                </a:lnTo>
                <a:lnTo>
                  <a:pt x="4786318" y="5784274"/>
                </a:lnTo>
                <a:lnTo>
                  <a:pt x="4827906" y="5781209"/>
                </a:lnTo>
                <a:lnTo>
                  <a:pt x="4869211" y="5777582"/>
                </a:lnTo>
                <a:lnTo>
                  <a:pt x="4910224" y="5773391"/>
                </a:lnTo>
                <a:lnTo>
                  <a:pt x="4950935" y="5768635"/>
                </a:lnTo>
                <a:lnTo>
                  <a:pt x="4991338" y="5763312"/>
                </a:lnTo>
                <a:lnTo>
                  <a:pt x="5031422" y="5757421"/>
                </a:lnTo>
                <a:lnTo>
                  <a:pt x="5071180" y="5750960"/>
                </a:lnTo>
                <a:lnTo>
                  <a:pt x="5110603" y="5743927"/>
                </a:lnTo>
                <a:lnTo>
                  <a:pt x="5149683" y="5736321"/>
                </a:lnTo>
                <a:lnTo>
                  <a:pt x="5188410" y="5728141"/>
                </a:lnTo>
                <a:lnTo>
                  <a:pt x="5226777" y="5719385"/>
                </a:lnTo>
                <a:lnTo>
                  <a:pt x="5264775" y="5710050"/>
                </a:lnTo>
                <a:lnTo>
                  <a:pt x="5302395" y="5700137"/>
                </a:lnTo>
                <a:lnTo>
                  <a:pt x="5339629" y="5689643"/>
                </a:lnTo>
                <a:lnTo>
                  <a:pt x="5376468" y="5678566"/>
                </a:lnTo>
                <a:lnTo>
                  <a:pt x="5412904" y="5666906"/>
                </a:lnTo>
                <a:lnTo>
                  <a:pt x="5484531" y="5641827"/>
                </a:lnTo>
                <a:lnTo>
                  <a:pt x="5554442" y="5614394"/>
                </a:lnTo>
                <a:lnTo>
                  <a:pt x="5622569" y="5584594"/>
                </a:lnTo>
                <a:lnTo>
                  <a:pt x="5688844" y="5552415"/>
                </a:lnTo>
                <a:lnTo>
                  <a:pt x="5753197" y="5517845"/>
                </a:lnTo>
                <a:lnTo>
                  <a:pt x="5815562" y="5480870"/>
                </a:lnTo>
                <a:lnTo>
                  <a:pt x="5875868" y="5441479"/>
                </a:lnTo>
                <a:lnTo>
                  <a:pt x="5934049" y="5399659"/>
                </a:lnTo>
                <a:lnTo>
                  <a:pt x="6019774" y="5325745"/>
                </a:lnTo>
                <a:lnTo>
                  <a:pt x="6019774" y="0"/>
                </a:lnTo>
                <a:close/>
              </a:path>
            </a:pathLst>
          </a:custGeom>
          <a:solidFill>
            <a:srgbClr val="9F9D79">
              <a:alpha val="45097"/>
            </a:srgbClr>
          </a:solidFill>
        </p:spPr>
        <p:txBody>
          <a:bodyPr wrap="square" lIns="0" tIns="0" rIns="0" bIns="0" rtlCol="0"/>
          <a:lstStyle/>
          <a:p>
            <a:endParaRPr/>
          </a:p>
        </p:txBody>
      </p:sp>
      <p:sp>
        <p:nvSpPr>
          <p:cNvPr id="19" name="bg object 19"/>
          <p:cNvSpPr/>
          <p:nvPr/>
        </p:nvSpPr>
        <p:spPr>
          <a:xfrm>
            <a:off x="10534775" y="1190593"/>
            <a:ext cx="1657350" cy="5457825"/>
          </a:xfrm>
          <a:custGeom>
            <a:avLst/>
            <a:gdLst/>
            <a:ahLst/>
            <a:cxnLst/>
            <a:rect l="l" t="t" r="r" b="b"/>
            <a:pathLst>
              <a:path w="1657350" h="5457825">
                <a:moveTo>
                  <a:pt x="1657224" y="5418326"/>
                </a:moveTo>
                <a:lnTo>
                  <a:pt x="1590748" y="5432703"/>
                </a:lnTo>
                <a:lnTo>
                  <a:pt x="1544941" y="5441622"/>
                </a:lnTo>
                <a:lnTo>
                  <a:pt x="1497212" y="5449274"/>
                </a:lnTo>
                <a:lnTo>
                  <a:pt x="1447642" y="5454884"/>
                </a:lnTo>
                <a:lnTo>
                  <a:pt x="1396312" y="5457680"/>
                </a:lnTo>
                <a:lnTo>
                  <a:pt x="1343302" y="5456887"/>
                </a:lnTo>
                <a:lnTo>
                  <a:pt x="1288694" y="5451733"/>
                </a:lnTo>
                <a:lnTo>
                  <a:pt x="1232568" y="5441442"/>
                </a:lnTo>
                <a:lnTo>
                  <a:pt x="1175005" y="5425243"/>
                </a:lnTo>
                <a:lnTo>
                  <a:pt x="1137539" y="5412545"/>
                </a:lnTo>
                <a:lnTo>
                  <a:pt x="1098158" y="5398654"/>
                </a:lnTo>
                <a:lnTo>
                  <a:pt x="1057157" y="5383476"/>
                </a:lnTo>
                <a:lnTo>
                  <a:pt x="1014834" y="5366915"/>
                </a:lnTo>
                <a:lnTo>
                  <a:pt x="971484" y="5348877"/>
                </a:lnTo>
                <a:lnTo>
                  <a:pt x="927402" y="5329267"/>
                </a:lnTo>
                <a:lnTo>
                  <a:pt x="882887" y="5307992"/>
                </a:lnTo>
                <a:lnTo>
                  <a:pt x="838232" y="5284955"/>
                </a:lnTo>
                <a:lnTo>
                  <a:pt x="793736" y="5260064"/>
                </a:lnTo>
                <a:lnTo>
                  <a:pt x="749694" y="5233222"/>
                </a:lnTo>
                <a:lnTo>
                  <a:pt x="706401" y="5204336"/>
                </a:lnTo>
                <a:lnTo>
                  <a:pt x="664155" y="5173311"/>
                </a:lnTo>
                <a:lnTo>
                  <a:pt x="623252" y="5140053"/>
                </a:lnTo>
                <a:lnTo>
                  <a:pt x="583986" y="5104466"/>
                </a:lnTo>
                <a:lnTo>
                  <a:pt x="546656" y="5066456"/>
                </a:lnTo>
                <a:lnTo>
                  <a:pt x="511557" y="5025929"/>
                </a:lnTo>
                <a:lnTo>
                  <a:pt x="479350" y="4984442"/>
                </a:lnTo>
                <a:lnTo>
                  <a:pt x="449653" y="4942559"/>
                </a:lnTo>
                <a:lnTo>
                  <a:pt x="422452" y="4900287"/>
                </a:lnTo>
                <a:lnTo>
                  <a:pt x="397730" y="4857631"/>
                </a:lnTo>
                <a:lnTo>
                  <a:pt x="375472" y="4814596"/>
                </a:lnTo>
                <a:lnTo>
                  <a:pt x="355661" y="4771188"/>
                </a:lnTo>
                <a:lnTo>
                  <a:pt x="338282" y="4727412"/>
                </a:lnTo>
                <a:lnTo>
                  <a:pt x="323320" y="4683274"/>
                </a:lnTo>
                <a:lnTo>
                  <a:pt x="310758" y="4638780"/>
                </a:lnTo>
                <a:lnTo>
                  <a:pt x="300581" y="4593934"/>
                </a:lnTo>
                <a:lnTo>
                  <a:pt x="292772" y="4548742"/>
                </a:lnTo>
                <a:lnTo>
                  <a:pt x="287317" y="4503210"/>
                </a:lnTo>
                <a:lnTo>
                  <a:pt x="284199" y="4457342"/>
                </a:lnTo>
                <a:lnTo>
                  <a:pt x="283402" y="4411146"/>
                </a:lnTo>
                <a:lnTo>
                  <a:pt x="284911" y="4364625"/>
                </a:lnTo>
                <a:lnTo>
                  <a:pt x="288711" y="4317785"/>
                </a:lnTo>
                <a:lnTo>
                  <a:pt x="294784" y="4270633"/>
                </a:lnTo>
                <a:lnTo>
                  <a:pt x="303116" y="4223173"/>
                </a:lnTo>
                <a:lnTo>
                  <a:pt x="313691" y="4175410"/>
                </a:lnTo>
                <a:lnTo>
                  <a:pt x="327778" y="4125717"/>
                </a:lnTo>
                <a:lnTo>
                  <a:pt x="344810" y="4077710"/>
                </a:lnTo>
                <a:lnTo>
                  <a:pt x="364094" y="4030979"/>
                </a:lnTo>
                <a:lnTo>
                  <a:pt x="384933" y="3985117"/>
                </a:lnTo>
                <a:lnTo>
                  <a:pt x="406633" y="3939714"/>
                </a:lnTo>
                <a:lnTo>
                  <a:pt x="428499" y="3894359"/>
                </a:lnTo>
                <a:lnTo>
                  <a:pt x="449622" y="3848792"/>
                </a:lnTo>
                <a:lnTo>
                  <a:pt x="469621" y="3802745"/>
                </a:lnTo>
                <a:lnTo>
                  <a:pt x="488411" y="3756185"/>
                </a:lnTo>
                <a:lnTo>
                  <a:pt x="505908" y="3709081"/>
                </a:lnTo>
                <a:lnTo>
                  <a:pt x="522030" y="3661398"/>
                </a:lnTo>
                <a:lnTo>
                  <a:pt x="536692" y="3613104"/>
                </a:lnTo>
                <a:lnTo>
                  <a:pt x="549811" y="3564166"/>
                </a:lnTo>
                <a:lnTo>
                  <a:pt x="561303" y="3514551"/>
                </a:lnTo>
                <a:lnTo>
                  <a:pt x="571086" y="3464227"/>
                </a:lnTo>
                <a:lnTo>
                  <a:pt x="579074" y="3413159"/>
                </a:lnTo>
                <a:lnTo>
                  <a:pt x="585185" y="3361315"/>
                </a:lnTo>
                <a:lnTo>
                  <a:pt x="589335" y="3308663"/>
                </a:lnTo>
                <a:lnTo>
                  <a:pt x="591440" y="3255168"/>
                </a:lnTo>
                <a:lnTo>
                  <a:pt x="591443" y="3206052"/>
                </a:lnTo>
                <a:lnTo>
                  <a:pt x="589532" y="3157125"/>
                </a:lnTo>
                <a:lnTo>
                  <a:pt x="585774" y="3108380"/>
                </a:lnTo>
                <a:lnTo>
                  <a:pt x="580240" y="3059809"/>
                </a:lnTo>
                <a:lnTo>
                  <a:pt x="572999" y="3011406"/>
                </a:lnTo>
                <a:lnTo>
                  <a:pt x="564119" y="2963163"/>
                </a:lnTo>
                <a:lnTo>
                  <a:pt x="553670" y="2915074"/>
                </a:lnTo>
                <a:lnTo>
                  <a:pt x="541722" y="2867132"/>
                </a:lnTo>
                <a:lnTo>
                  <a:pt x="528343" y="2819328"/>
                </a:lnTo>
                <a:lnTo>
                  <a:pt x="513602" y="2771657"/>
                </a:lnTo>
                <a:lnTo>
                  <a:pt x="497570" y="2724111"/>
                </a:lnTo>
                <a:lnTo>
                  <a:pt x="480315" y="2676683"/>
                </a:lnTo>
                <a:lnTo>
                  <a:pt x="456897" y="2615820"/>
                </a:lnTo>
                <a:lnTo>
                  <a:pt x="434429" y="2559865"/>
                </a:lnTo>
                <a:lnTo>
                  <a:pt x="412810" y="2508231"/>
                </a:lnTo>
                <a:lnTo>
                  <a:pt x="391939" y="2460334"/>
                </a:lnTo>
                <a:lnTo>
                  <a:pt x="371714" y="2415587"/>
                </a:lnTo>
                <a:lnTo>
                  <a:pt x="352034" y="2373404"/>
                </a:lnTo>
                <a:lnTo>
                  <a:pt x="332797" y="2333199"/>
                </a:lnTo>
                <a:lnTo>
                  <a:pt x="313902" y="2294387"/>
                </a:lnTo>
                <a:lnTo>
                  <a:pt x="295248" y="2256380"/>
                </a:lnTo>
                <a:lnTo>
                  <a:pt x="276734" y="2218594"/>
                </a:lnTo>
                <a:lnTo>
                  <a:pt x="251466" y="2165963"/>
                </a:lnTo>
                <a:lnTo>
                  <a:pt x="228027" y="2114834"/>
                </a:lnTo>
                <a:lnTo>
                  <a:pt x="200822" y="2052219"/>
                </a:lnTo>
                <a:lnTo>
                  <a:pt x="186212" y="2016963"/>
                </a:lnTo>
                <a:lnTo>
                  <a:pt x="171145" y="1979269"/>
                </a:lnTo>
                <a:lnTo>
                  <a:pt x="155784" y="1939279"/>
                </a:lnTo>
                <a:lnTo>
                  <a:pt x="140290" y="1897137"/>
                </a:lnTo>
                <a:lnTo>
                  <a:pt x="124825" y="1852989"/>
                </a:lnTo>
                <a:lnTo>
                  <a:pt x="109551" y="1806977"/>
                </a:lnTo>
                <a:lnTo>
                  <a:pt x="94629" y="1759247"/>
                </a:lnTo>
                <a:lnTo>
                  <a:pt x="80221" y="1709942"/>
                </a:lnTo>
                <a:lnTo>
                  <a:pt x="66489" y="1659207"/>
                </a:lnTo>
                <a:lnTo>
                  <a:pt x="53595" y="1607185"/>
                </a:lnTo>
                <a:lnTo>
                  <a:pt x="41700" y="1554020"/>
                </a:lnTo>
                <a:lnTo>
                  <a:pt x="30966" y="1499858"/>
                </a:lnTo>
                <a:lnTo>
                  <a:pt x="21554" y="1444841"/>
                </a:lnTo>
                <a:lnTo>
                  <a:pt x="13627" y="1389114"/>
                </a:lnTo>
                <a:lnTo>
                  <a:pt x="7347" y="1332822"/>
                </a:lnTo>
                <a:lnTo>
                  <a:pt x="2874" y="1276108"/>
                </a:lnTo>
                <a:lnTo>
                  <a:pt x="371" y="1219116"/>
                </a:lnTo>
                <a:lnTo>
                  <a:pt x="0" y="1161991"/>
                </a:lnTo>
                <a:lnTo>
                  <a:pt x="1921" y="1104876"/>
                </a:lnTo>
                <a:lnTo>
                  <a:pt x="6297" y="1047916"/>
                </a:lnTo>
                <a:lnTo>
                  <a:pt x="13290" y="991255"/>
                </a:lnTo>
                <a:lnTo>
                  <a:pt x="23062" y="935037"/>
                </a:lnTo>
                <a:lnTo>
                  <a:pt x="35773" y="879407"/>
                </a:lnTo>
                <a:lnTo>
                  <a:pt x="51586" y="824507"/>
                </a:lnTo>
                <a:lnTo>
                  <a:pt x="70663" y="770483"/>
                </a:lnTo>
                <a:lnTo>
                  <a:pt x="93165" y="717479"/>
                </a:lnTo>
                <a:lnTo>
                  <a:pt x="119254" y="665638"/>
                </a:lnTo>
                <a:lnTo>
                  <a:pt x="152762" y="609122"/>
                </a:lnTo>
                <a:lnTo>
                  <a:pt x="188366" y="557145"/>
                </a:lnTo>
                <a:lnTo>
                  <a:pt x="224553" y="510186"/>
                </a:lnTo>
                <a:lnTo>
                  <a:pt x="259811" y="468725"/>
                </a:lnTo>
                <a:lnTo>
                  <a:pt x="292629" y="433241"/>
                </a:lnTo>
                <a:lnTo>
                  <a:pt x="321493" y="404213"/>
                </a:lnTo>
                <a:lnTo>
                  <a:pt x="361316" y="367442"/>
                </a:lnTo>
                <a:lnTo>
                  <a:pt x="401837" y="333927"/>
                </a:lnTo>
                <a:lnTo>
                  <a:pt x="443559" y="302588"/>
                </a:lnTo>
                <a:lnTo>
                  <a:pt x="486424" y="273331"/>
                </a:lnTo>
                <a:lnTo>
                  <a:pt x="530373" y="246058"/>
                </a:lnTo>
                <a:lnTo>
                  <a:pt x="575348" y="220674"/>
                </a:lnTo>
                <a:lnTo>
                  <a:pt x="621291" y="197083"/>
                </a:lnTo>
                <a:lnTo>
                  <a:pt x="668143" y="175188"/>
                </a:lnTo>
                <a:lnTo>
                  <a:pt x="715846" y="154893"/>
                </a:lnTo>
                <a:lnTo>
                  <a:pt x="764340" y="136102"/>
                </a:lnTo>
                <a:lnTo>
                  <a:pt x="813569" y="118719"/>
                </a:lnTo>
                <a:lnTo>
                  <a:pt x="863474" y="102647"/>
                </a:lnTo>
                <a:lnTo>
                  <a:pt x="913128" y="88534"/>
                </a:lnTo>
                <a:lnTo>
                  <a:pt x="965380" y="75796"/>
                </a:lnTo>
                <a:lnTo>
                  <a:pt x="1019530" y="64350"/>
                </a:lnTo>
                <a:lnTo>
                  <a:pt x="1074880" y="54109"/>
                </a:lnTo>
                <a:lnTo>
                  <a:pt x="1130730" y="44989"/>
                </a:lnTo>
                <a:lnTo>
                  <a:pt x="1186381" y="36906"/>
                </a:lnTo>
                <a:lnTo>
                  <a:pt x="1241136" y="29773"/>
                </a:lnTo>
                <a:lnTo>
                  <a:pt x="1294294" y="23507"/>
                </a:lnTo>
                <a:lnTo>
                  <a:pt x="1345157" y="18021"/>
                </a:lnTo>
                <a:lnTo>
                  <a:pt x="1393026" y="13232"/>
                </a:lnTo>
                <a:lnTo>
                  <a:pt x="1437203" y="9053"/>
                </a:lnTo>
                <a:lnTo>
                  <a:pt x="1476987" y="5401"/>
                </a:lnTo>
                <a:lnTo>
                  <a:pt x="1511682" y="2190"/>
                </a:lnTo>
                <a:lnTo>
                  <a:pt x="1548393" y="452"/>
                </a:lnTo>
                <a:lnTo>
                  <a:pt x="1595533" y="0"/>
                </a:lnTo>
                <a:lnTo>
                  <a:pt x="1640341" y="261"/>
                </a:lnTo>
                <a:lnTo>
                  <a:pt x="1657224" y="491"/>
                </a:lnTo>
              </a:path>
            </a:pathLst>
          </a:custGeom>
          <a:ln w="60325">
            <a:solidFill>
              <a:srgbClr val="FDF3EC"/>
            </a:solidFill>
          </a:ln>
        </p:spPr>
        <p:txBody>
          <a:bodyPr wrap="square" lIns="0" tIns="0" rIns="0" bIns="0" rtlCol="0"/>
          <a:lstStyle/>
          <a:p>
            <a:endParaRPr/>
          </a:p>
        </p:txBody>
      </p:sp>
      <p:sp>
        <p:nvSpPr>
          <p:cNvPr id="2" name="Holder 2"/>
          <p:cNvSpPr>
            <a:spLocks noGrp="1"/>
          </p:cNvSpPr>
          <p:nvPr>
            <p:ph type="ctrTitle"/>
          </p:nvPr>
        </p:nvSpPr>
        <p:spPr>
          <a:xfrm>
            <a:off x="4268724" y="2556446"/>
            <a:ext cx="3654551" cy="941070"/>
          </a:xfrm>
          <a:prstGeom prst="rect">
            <a:avLst/>
          </a:prstGeom>
        </p:spPr>
        <p:txBody>
          <a:bodyPr wrap="square" lIns="0" tIns="0" rIns="0" bIns="0">
            <a:spAutoFit/>
          </a:bodyPr>
          <a:lstStyle>
            <a:lvl1pPr>
              <a:defRPr sz="6000" b="0" i="0">
                <a:solidFill>
                  <a:srgbClr val="533D34"/>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6" name="Holder 6"/>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7" name="Holder 7"/>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4DACF"/>
          </a:solidFill>
        </p:spPr>
        <p:txBody>
          <a:bodyPr wrap="square" lIns="0" tIns="0" rIns="0" bIns="0" rtlCol="0"/>
          <a:lstStyle/>
          <a:p>
            <a:endParaRPr/>
          </a:p>
        </p:txBody>
      </p:sp>
      <p:sp>
        <p:nvSpPr>
          <p:cNvPr id="17" name="bg object 17"/>
          <p:cNvSpPr/>
          <p:nvPr/>
        </p:nvSpPr>
        <p:spPr>
          <a:xfrm>
            <a:off x="0" y="6324600"/>
            <a:ext cx="12192000" cy="0"/>
          </a:xfrm>
          <a:custGeom>
            <a:avLst/>
            <a:gdLst/>
            <a:ahLst/>
            <a:cxnLst/>
            <a:rect l="l" t="t" r="r" b="b"/>
            <a:pathLst>
              <a:path w="12192000">
                <a:moveTo>
                  <a:pt x="0" y="0"/>
                </a:moveTo>
                <a:lnTo>
                  <a:pt x="12192000" y="0"/>
                </a:lnTo>
              </a:path>
            </a:pathLst>
          </a:custGeom>
          <a:ln w="15875">
            <a:solidFill>
              <a:srgbClr val="533D34"/>
            </a:solidFill>
          </a:ln>
        </p:spPr>
        <p:txBody>
          <a:bodyPr wrap="square" lIns="0" tIns="0" rIns="0" bIns="0" rtlCol="0"/>
          <a:lstStyle/>
          <a:p>
            <a:endParaRPr/>
          </a:p>
        </p:txBody>
      </p:sp>
      <p:sp>
        <p:nvSpPr>
          <p:cNvPr id="18" name="bg object 18"/>
          <p:cNvSpPr/>
          <p:nvPr/>
        </p:nvSpPr>
        <p:spPr>
          <a:xfrm>
            <a:off x="0" y="0"/>
            <a:ext cx="4305300" cy="6096000"/>
          </a:xfrm>
          <a:custGeom>
            <a:avLst/>
            <a:gdLst/>
            <a:ahLst/>
            <a:cxnLst/>
            <a:rect l="l" t="t" r="r" b="b"/>
            <a:pathLst>
              <a:path w="4305300" h="6096000">
                <a:moveTo>
                  <a:pt x="4229862" y="0"/>
                </a:moveTo>
                <a:lnTo>
                  <a:pt x="0" y="0"/>
                </a:lnTo>
                <a:lnTo>
                  <a:pt x="0" y="6095923"/>
                </a:lnTo>
                <a:lnTo>
                  <a:pt x="4753" y="6096000"/>
                </a:lnTo>
                <a:lnTo>
                  <a:pt x="60840" y="6093569"/>
                </a:lnTo>
                <a:lnTo>
                  <a:pt x="116683" y="6088835"/>
                </a:lnTo>
                <a:lnTo>
                  <a:pt x="172197" y="6081954"/>
                </a:lnTo>
                <a:lnTo>
                  <a:pt x="227291" y="6073082"/>
                </a:lnTo>
                <a:lnTo>
                  <a:pt x="281880" y="6062376"/>
                </a:lnTo>
                <a:lnTo>
                  <a:pt x="335875" y="6049993"/>
                </a:lnTo>
                <a:lnTo>
                  <a:pt x="389188" y="6036090"/>
                </a:lnTo>
                <a:lnTo>
                  <a:pt x="441732" y="6020823"/>
                </a:lnTo>
                <a:lnTo>
                  <a:pt x="493419" y="6004349"/>
                </a:lnTo>
                <a:lnTo>
                  <a:pt x="544161" y="5986824"/>
                </a:lnTo>
                <a:lnTo>
                  <a:pt x="593871" y="5968406"/>
                </a:lnTo>
                <a:lnTo>
                  <a:pt x="642460" y="5949251"/>
                </a:lnTo>
                <a:lnTo>
                  <a:pt x="689841" y="5929516"/>
                </a:lnTo>
                <a:lnTo>
                  <a:pt x="735926" y="5909358"/>
                </a:lnTo>
                <a:lnTo>
                  <a:pt x="780627" y="5888933"/>
                </a:lnTo>
                <a:lnTo>
                  <a:pt x="823857" y="5868397"/>
                </a:lnTo>
                <a:lnTo>
                  <a:pt x="865528" y="5847909"/>
                </a:lnTo>
                <a:lnTo>
                  <a:pt x="905552" y="5827624"/>
                </a:lnTo>
                <a:lnTo>
                  <a:pt x="943842" y="5807699"/>
                </a:lnTo>
                <a:lnTo>
                  <a:pt x="980309" y="5788291"/>
                </a:lnTo>
                <a:lnTo>
                  <a:pt x="1047426" y="5751652"/>
                </a:lnTo>
                <a:lnTo>
                  <a:pt x="1113521" y="5714674"/>
                </a:lnTo>
                <a:lnTo>
                  <a:pt x="1149183" y="5694142"/>
                </a:lnTo>
                <a:lnTo>
                  <a:pt x="1184882" y="5673141"/>
                </a:lnTo>
                <a:lnTo>
                  <a:pt x="1220612" y="5651677"/>
                </a:lnTo>
                <a:lnTo>
                  <a:pt x="1256369" y="5629754"/>
                </a:lnTo>
                <a:lnTo>
                  <a:pt x="1292148" y="5607377"/>
                </a:lnTo>
                <a:lnTo>
                  <a:pt x="1327944" y="5584549"/>
                </a:lnTo>
                <a:lnTo>
                  <a:pt x="1363751" y="5561275"/>
                </a:lnTo>
                <a:lnTo>
                  <a:pt x="1399566" y="5537559"/>
                </a:lnTo>
                <a:lnTo>
                  <a:pt x="1435382" y="5513406"/>
                </a:lnTo>
                <a:lnTo>
                  <a:pt x="1471196" y="5488819"/>
                </a:lnTo>
                <a:lnTo>
                  <a:pt x="1507002" y="5463804"/>
                </a:lnTo>
                <a:lnTo>
                  <a:pt x="1542796" y="5438365"/>
                </a:lnTo>
                <a:lnTo>
                  <a:pt x="1578573" y="5412505"/>
                </a:lnTo>
                <a:lnTo>
                  <a:pt x="1614327" y="5386229"/>
                </a:lnTo>
                <a:lnTo>
                  <a:pt x="1650054" y="5359542"/>
                </a:lnTo>
                <a:lnTo>
                  <a:pt x="1685748" y="5332448"/>
                </a:lnTo>
                <a:lnTo>
                  <a:pt x="1721406" y="5304951"/>
                </a:lnTo>
                <a:lnTo>
                  <a:pt x="1757022" y="5277055"/>
                </a:lnTo>
                <a:lnTo>
                  <a:pt x="1792591" y="5248765"/>
                </a:lnTo>
                <a:lnTo>
                  <a:pt x="1828109" y="5220085"/>
                </a:lnTo>
                <a:lnTo>
                  <a:pt x="1863570" y="5191020"/>
                </a:lnTo>
                <a:lnTo>
                  <a:pt x="1898970" y="5161573"/>
                </a:lnTo>
                <a:lnTo>
                  <a:pt x="1934303" y="5131749"/>
                </a:lnTo>
                <a:lnTo>
                  <a:pt x="1969565" y="5101553"/>
                </a:lnTo>
                <a:lnTo>
                  <a:pt x="2004751" y="5070988"/>
                </a:lnTo>
                <a:lnTo>
                  <a:pt x="2039856" y="5040059"/>
                </a:lnTo>
                <a:lnTo>
                  <a:pt x="2074875" y="5008771"/>
                </a:lnTo>
                <a:lnTo>
                  <a:pt x="2109804" y="4977127"/>
                </a:lnTo>
                <a:lnTo>
                  <a:pt x="2144637" y="4945132"/>
                </a:lnTo>
                <a:lnTo>
                  <a:pt x="2179369" y="4912790"/>
                </a:lnTo>
                <a:lnTo>
                  <a:pt x="2213996" y="4880106"/>
                </a:lnTo>
                <a:lnTo>
                  <a:pt x="2248512" y="4847084"/>
                </a:lnTo>
                <a:lnTo>
                  <a:pt x="2282913" y="4813728"/>
                </a:lnTo>
                <a:lnTo>
                  <a:pt x="2317195" y="4780042"/>
                </a:lnTo>
                <a:lnTo>
                  <a:pt x="2351351" y="4746032"/>
                </a:lnTo>
                <a:lnTo>
                  <a:pt x="2385377" y="4711700"/>
                </a:lnTo>
                <a:lnTo>
                  <a:pt x="2419269" y="4677052"/>
                </a:lnTo>
                <a:lnTo>
                  <a:pt x="2453020" y="4642092"/>
                </a:lnTo>
                <a:lnTo>
                  <a:pt x="2486628" y="4606824"/>
                </a:lnTo>
                <a:lnTo>
                  <a:pt x="2520086" y="4571252"/>
                </a:lnTo>
                <a:lnTo>
                  <a:pt x="2553389" y="4535381"/>
                </a:lnTo>
                <a:lnTo>
                  <a:pt x="2586533" y="4499215"/>
                </a:lnTo>
                <a:lnTo>
                  <a:pt x="2619514" y="4462759"/>
                </a:lnTo>
                <a:lnTo>
                  <a:pt x="2652325" y="4426016"/>
                </a:lnTo>
                <a:lnTo>
                  <a:pt x="2684962" y="4388991"/>
                </a:lnTo>
                <a:lnTo>
                  <a:pt x="2717421" y="4351689"/>
                </a:lnTo>
                <a:lnTo>
                  <a:pt x="2749695" y="4314113"/>
                </a:lnTo>
                <a:lnTo>
                  <a:pt x="2781782" y="4276268"/>
                </a:lnTo>
                <a:lnTo>
                  <a:pt x="2813674" y="4238159"/>
                </a:lnTo>
                <a:lnTo>
                  <a:pt x="2845369" y="4199789"/>
                </a:lnTo>
                <a:lnTo>
                  <a:pt x="2876860" y="4161163"/>
                </a:lnTo>
                <a:lnTo>
                  <a:pt x="2908143" y="4122285"/>
                </a:lnTo>
                <a:lnTo>
                  <a:pt x="2939213" y="4083160"/>
                </a:lnTo>
                <a:lnTo>
                  <a:pt x="2970066" y="4043792"/>
                </a:lnTo>
                <a:lnTo>
                  <a:pt x="3000695" y="4004185"/>
                </a:lnTo>
                <a:lnTo>
                  <a:pt x="3031097" y="3964343"/>
                </a:lnTo>
                <a:lnTo>
                  <a:pt x="3061266" y="3924272"/>
                </a:lnTo>
                <a:lnTo>
                  <a:pt x="3091197" y="3883974"/>
                </a:lnTo>
                <a:lnTo>
                  <a:pt x="3120887" y="3843455"/>
                </a:lnTo>
                <a:lnTo>
                  <a:pt x="3150329" y="3802719"/>
                </a:lnTo>
                <a:lnTo>
                  <a:pt x="3179519" y="3761770"/>
                </a:lnTo>
                <a:lnTo>
                  <a:pt x="3208452" y="3720612"/>
                </a:lnTo>
                <a:lnTo>
                  <a:pt x="3237123" y="3679250"/>
                </a:lnTo>
                <a:lnTo>
                  <a:pt x="3265527" y="3637688"/>
                </a:lnTo>
                <a:lnTo>
                  <a:pt x="3293659" y="3595931"/>
                </a:lnTo>
                <a:lnTo>
                  <a:pt x="3321515" y="3553982"/>
                </a:lnTo>
                <a:lnTo>
                  <a:pt x="3349089" y="3511846"/>
                </a:lnTo>
                <a:lnTo>
                  <a:pt x="3376377" y="3469527"/>
                </a:lnTo>
                <a:lnTo>
                  <a:pt x="3403374" y="3427031"/>
                </a:lnTo>
                <a:lnTo>
                  <a:pt x="3430075" y="3384360"/>
                </a:lnTo>
                <a:lnTo>
                  <a:pt x="3456474" y="3341519"/>
                </a:lnTo>
                <a:lnTo>
                  <a:pt x="3482568" y="3298513"/>
                </a:lnTo>
                <a:lnTo>
                  <a:pt x="3508351" y="3255346"/>
                </a:lnTo>
                <a:lnTo>
                  <a:pt x="3533818" y="3212023"/>
                </a:lnTo>
                <a:lnTo>
                  <a:pt x="3558965" y="3168546"/>
                </a:lnTo>
                <a:lnTo>
                  <a:pt x="3583786" y="3124922"/>
                </a:lnTo>
                <a:lnTo>
                  <a:pt x="3608276" y="3081154"/>
                </a:lnTo>
                <a:lnTo>
                  <a:pt x="3632432" y="3037246"/>
                </a:lnTo>
                <a:lnTo>
                  <a:pt x="3656247" y="2993204"/>
                </a:lnTo>
                <a:lnTo>
                  <a:pt x="3679717" y="2949030"/>
                </a:lnTo>
                <a:lnTo>
                  <a:pt x="3702837" y="2904730"/>
                </a:lnTo>
                <a:lnTo>
                  <a:pt x="3725603" y="2860308"/>
                </a:lnTo>
                <a:lnTo>
                  <a:pt x="3748008" y="2815767"/>
                </a:lnTo>
                <a:lnTo>
                  <a:pt x="3770049" y="2771114"/>
                </a:lnTo>
                <a:lnTo>
                  <a:pt x="3791721" y="2726350"/>
                </a:lnTo>
                <a:lnTo>
                  <a:pt x="3813018" y="2681482"/>
                </a:lnTo>
                <a:lnTo>
                  <a:pt x="3833936" y="2636514"/>
                </a:lnTo>
                <a:lnTo>
                  <a:pt x="3854470" y="2591449"/>
                </a:lnTo>
                <a:lnTo>
                  <a:pt x="3874614" y="2546292"/>
                </a:lnTo>
                <a:lnTo>
                  <a:pt x="3894365" y="2501047"/>
                </a:lnTo>
                <a:lnTo>
                  <a:pt x="3913717" y="2455719"/>
                </a:lnTo>
                <a:lnTo>
                  <a:pt x="3932665" y="2410313"/>
                </a:lnTo>
                <a:lnTo>
                  <a:pt x="3951204" y="2364831"/>
                </a:lnTo>
                <a:lnTo>
                  <a:pt x="3969330" y="2319279"/>
                </a:lnTo>
                <a:lnTo>
                  <a:pt x="3987038" y="2273661"/>
                </a:lnTo>
                <a:lnTo>
                  <a:pt x="4004322" y="2227981"/>
                </a:lnTo>
                <a:lnTo>
                  <a:pt x="4021178" y="2182243"/>
                </a:lnTo>
                <a:lnTo>
                  <a:pt x="4037601" y="2136453"/>
                </a:lnTo>
                <a:lnTo>
                  <a:pt x="4053586" y="2090614"/>
                </a:lnTo>
                <a:lnTo>
                  <a:pt x="4069129" y="2044730"/>
                </a:lnTo>
                <a:lnTo>
                  <a:pt x="4084223" y="1998806"/>
                </a:lnTo>
                <a:lnTo>
                  <a:pt x="4098865" y="1952846"/>
                </a:lnTo>
                <a:lnTo>
                  <a:pt x="4113049" y="1906855"/>
                </a:lnTo>
                <a:lnTo>
                  <a:pt x="4126771" y="1860837"/>
                </a:lnTo>
                <a:lnTo>
                  <a:pt x="4140026" y="1814795"/>
                </a:lnTo>
                <a:lnTo>
                  <a:pt x="4152808" y="1768735"/>
                </a:lnTo>
                <a:lnTo>
                  <a:pt x="4165113" y="1722661"/>
                </a:lnTo>
                <a:lnTo>
                  <a:pt x="4176937" y="1676577"/>
                </a:lnTo>
                <a:lnTo>
                  <a:pt x="4188273" y="1630487"/>
                </a:lnTo>
                <a:lnTo>
                  <a:pt x="4199118" y="1584396"/>
                </a:lnTo>
                <a:lnTo>
                  <a:pt x="4209466" y="1538308"/>
                </a:lnTo>
                <a:lnTo>
                  <a:pt x="4219312" y="1492227"/>
                </a:lnTo>
                <a:lnTo>
                  <a:pt x="4228652" y="1446158"/>
                </a:lnTo>
                <a:lnTo>
                  <a:pt x="4237481" y="1400105"/>
                </a:lnTo>
                <a:lnTo>
                  <a:pt x="4245794" y="1354072"/>
                </a:lnTo>
                <a:lnTo>
                  <a:pt x="4253585" y="1308064"/>
                </a:lnTo>
                <a:lnTo>
                  <a:pt x="4260850" y="1262084"/>
                </a:lnTo>
                <a:lnTo>
                  <a:pt x="4267585" y="1216138"/>
                </a:lnTo>
                <a:lnTo>
                  <a:pt x="4273784" y="1170230"/>
                </a:lnTo>
                <a:lnTo>
                  <a:pt x="4279442" y="1124363"/>
                </a:lnTo>
                <a:lnTo>
                  <a:pt x="4284555" y="1078543"/>
                </a:lnTo>
                <a:lnTo>
                  <a:pt x="4289117" y="1032773"/>
                </a:lnTo>
                <a:lnTo>
                  <a:pt x="4293124" y="987058"/>
                </a:lnTo>
                <a:lnTo>
                  <a:pt x="4296570" y="941402"/>
                </a:lnTo>
                <a:lnTo>
                  <a:pt x="4299452" y="895809"/>
                </a:lnTo>
                <a:lnTo>
                  <a:pt x="4301763" y="850284"/>
                </a:lnTo>
                <a:lnTo>
                  <a:pt x="4303500" y="804832"/>
                </a:lnTo>
                <a:lnTo>
                  <a:pt x="4304657" y="759456"/>
                </a:lnTo>
                <a:lnTo>
                  <a:pt x="4305229" y="714160"/>
                </a:lnTo>
                <a:lnTo>
                  <a:pt x="4305211" y="668950"/>
                </a:lnTo>
                <a:lnTo>
                  <a:pt x="4304599" y="623829"/>
                </a:lnTo>
                <a:lnTo>
                  <a:pt x="4303388" y="578801"/>
                </a:lnTo>
                <a:lnTo>
                  <a:pt x="4301573" y="533872"/>
                </a:lnTo>
                <a:lnTo>
                  <a:pt x="4299148" y="489045"/>
                </a:lnTo>
                <a:lnTo>
                  <a:pt x="4296110" y="444325"/>
                </a:lnTo>
                <a:lnTo>
                  <a:pt x="4292452" y="399715"/>
                </a:lnTo>
                <a:lnTo>
                  <a:pt x="4288171" y="355221"/>
                </a:lnTo>
                <a:lnTo>
                  <a:pt x="4283261" y="310847"/>
                </a:lnTo>
                <a:lnTo>
                  <a:pt x="4277718" y="266596"/>
                </a:lnTo>
                <a:lnTo>
                  <a:pt x="4271536" y="222474"/>
                </a:lnTo>
                <a:lnTo>
                  <a:pt x="4264710" y="178484"/>
                </a:lnTo>
                <a:lnTo>
                  <a:pt x="4257237" y="134631"/>
                </a:lnTo>
                <a:lnTo>
                  <a:pt x="4249110" y="90919"/>
                </a:lnTo>
                <a:lnTo>
                  <a:pt x="4240325" y="47353"/>
                </a:lnTo>
                <a:lnTo>
                  <a:pt x="4230878" y="3936"/>
                </a:lnTo>
                <a:lnTo>
                  <a:pt x="4229862" y="0"/>
                </a:lnTo>
                <a:close/>
              </a:path>
            </a:pathLst>
          </a:custGeom>
          <a:solidFill>
            <a:srgbClr val="9F9D79">
              <a:alpha val="25097"/>
            </a:srgbClr>
          </a:solidFill>
        </p:spPr>
        <p:txBody>
          <a:bodyPr wrap="square" lIns="0" tIns="0" rIns="0" bIns="0" rtlCol="0"/>
          <a:lstStyle/>
          <a:p>
            <a:endParaRPr/>
          </a:p>
        </p:txBody>
      </p:sp>
      <p:sp>
        <p:nvSpPr>
          <p:cNvPr id="19" name="bg object 19"/>
          <p:cNvSpPr/>
          <p:nvPr/>
        </p:nvSpPr>
        <p:spPr>
          <a:xfrm>
            <a:off x="0" y="779"/>
            <a:ext cx="3095625" cy="2533015"/>
          </a:xfrm>
          <a:custGeom>
            <a:avLst/>
            <a:gdLst/>
            <a:ahLst/>
            <a:cxnLst/>
            <a:rect l="l" t="t" r="r" b="b"/>
            <a:pathLst>
              <a:path w="3095625" h="2533015">
                <a:moveTo>
                  <a:pt x="191011" y="2338869"/>
                </a:moveTo>
                <a:lnTo>
                  <a:pt x="176936" y="2339830"/>
                </a:lnTo>
                <a:lnTo>
                  <a:pt x="138632" y="2351788"/>
                </a:lnTo>
                <a:lnTo>
                  <a:pt x="100307" y="2362340"/>
                </a:lnTo>
                <a:lnTo>
                  <a:pt x="61953" y="2371512"/>
                </a:lnTo>
                <a:lnTo>
                  <a:pt x="23564" y="2379327"/>
                </a:lnTo>
                <a:lnTo>
                  <a:pt x="0" y="2381994"/>
                </a:lnTo>
                <a:lnTo>
                  <a:pt x="0" y="2532870"/>
                </a:lnTo>
                <a:lnTo>
                  <a:pt x="51158" y="2507666"/>
                </a:lnTo>
                <a:lnTo>
                  <a:pt x="96207" y="2482213"/>
                </a:lnTo>
                <a:lnTo>
                  <a:pt x="140747" y="2454306"/>
                </a:lnTo>
                <a:lnTo>
                  <a:pt x="184797" y="2424031"/>
                </a:lnTo>
                <a:lnTo>
                  <a:pt x="214493" y="2397392"/>
                </a:lnTo>
                <a:lnTo>
                  <a:pt x="232175" y="2379311"/>
                </a:lnTo>
                <a:lnTo>
                  <a:pt x="254419" y="2357229"/>
                </a:lnTo>
                <a:lnTo>
                  <a:pt x="229000" y="2349902"/>
                </a:lnTo>
                <a:lnTo>
                  <a:pt x="208114" y="2343005"/>
                </a:lnTo>
                <a:lnTo>
                  <a:pt x="191011" y="2338869"/>
                </a:lnTo>
                <a:close/>
              </a:path>
              <a:path w="3095625" h="2533015">
                <a:moveTo>
                  <a:pt x="0" y="2070590"/>
                </a:moveTo>
                <a:lnTo>
                  <a:pt x="0" y="2285347"/>
                </a:lnTo>
                <a:lnTo>
                  <a:pt x="4463" y="2284966"/>
                </a:lnTo>
                <a:lnTo>
                  <a:pt x="42828" y="2278362"/>
                </a:lnTo>
                <a:lnTo>
                  <a:pt x="80582" y="2269472"/>
                </a:lnTo>
                <a:lnTo>
                  <a:pt x="129695" y="2255851"/>
                </a:lnTo>
                <a:lnTo>
                  <a:pt x="178469" y="2241020"/>
                </a:lnTo>
                <a:lnTo>
                  <a:pt x="226949" y="2225158"/>
                </a:lnTo>
                <a:lnTo>
                  <a:pt x="275178" y="2208448"/>
                </a:lnTo>
                <a:lnTo>
                  <a:pt x="323202" y="2191072"/>
                </a:lnTo>
                <a:lnTo>
                  <a:pt x="466470" y="2136757"/>
                </a:lnTo>
                <a:lnTo>
                  <a:pt x="511819" y="2105721"/>
                </a:lnTo>
                <a:lnTo>
                  <a:pt x="515069" y="2102602"/>
                </a:lnTo>
                <a:lnTo>
                  <a:pt x="216280" y="2102602"/>
                </a:lnTo>
                <a:lnTo>
                  <a:pt x="169461" y="2099457"/>
                </a:lnTo>
                <a:lnTo>
                  <a:pt x="122377" y="2093450"/>
                </a:lnTo>
                <a:lnTo>
                  <a:pt x="0" y="2070590"/>
                </a:lnTo>
                <a:close/>
              </a:path>
              <a:path w="3095625" h="2533015">
                <a:moveTo>
                  <a:pt x="500495" y="2040602"/>
                </a:moveTo>
                <a:lnTo>
                  <a:pt x="494060" y="2041521"/>
                </a:lnTo>
                <a:lnTo>
                  <a:pt x="488276" y="2043666"/>
                </a:lnTo>
                <a:lnTo>
                  <a:pt x="444305" y="2064328"/>
                </a:lnTo>
                <a:lnTo>
                  <a:pt x="399710" y="2080234"/>
                </a:lnTo>
                <a:lnTo>
                  <a:pt x="354549" y="2091698"/>
                </a:lnTo>
                <a:lnTo>
                  <a:pt x="308884" y="2099038"/>
                </a:lnTo>
                <a:lnTo>
                  <a:pt x="262774" y="2102567"/>
                </a:lnTo>
                <a:lnTo>
                  <a:pt x="216280" y="2102602"/>
                </a:lnTo>
                <a:lnTo>
                  <a:pt x="515069" y="2102602"/>
                </a:lnTo>
                <a:lnTo>
                  <a:pt x="532829" y="2085554"/>
                </a:lnTo>
                <a:lnTo>
                  <a:pt x="554139" y="2066018"/>
                </a:lnTo>
                <a:lnTo>
                  <a:pt x="547751" y="2052048"/>
                </a:lnTo>
                <a:lnTo>
                  <a:pt x="544563" y="2044936"/>
                </a:lnTo>
                <a:lnTo>
                  <a:pt x="537310" y="2044432"/>
                </a:lnTo>
                <a:lnTo>
                  <a:pt x="529824" y="2043475"/>
                </a:lnTo>
                <a:lnTo>
                  <a:pt x="514743" y="2041253"/>
                </a:lnTo>
                <a:lnTo>
                  <a:pt x="507438" y="2040612"/>
                </a:lnTo>
                <a:lnTo>
                  <a:pt x="500495" y="2040602"/>
                </a:lnTo>
                <a:close/>
              </a:path>
              <a:path w="3095625" h="2533015">
                <a:moveTo>
                  <a:pt x="0" y="1575671"/>
                </a:moveTo>
                <a:lnTo>
                  <a:pt x="0" y="1817225"/>
                </a:lnTo>
                <a:lnTo>
                  <a:pt x="62317" y="1845038"/>
                </a:lnTo>
                <a:lnTo>
                  <a:pt x="111913" y="1863817"/>
                </a:lnTo>
                <a:lnTo>
                  <a:pt x="162236" y="1879881"/>
                </a:lnTo>
                <a:lnTo>
                  <a:pt x="213380" y="1892584"/>
                </a:lnTo>
                <a:lnTo>
                  <a:pt x="265440" y="1901279"/>
                </a:lnTo>
                <a:lnTo>
                  <a:pt x="318509" y="1905320"/>
                </a:lnTo>
                <a:lnTo>
                  <a:pt x="372682" y="1904060"/>
                </a:lnTo>
                <a:lnTo>
                  <a:pt x="428053" y="1896854"/>
                </a:lnTo>
                <a:lnTo>
                  <a:pt x="479982" y="1886221"/>
                </a:lnTo>
                <a:lnTo>
                  <a:pt x="531065" y="1873698"/>
                </a:lnTo>
                <a:lnTo>
                  <a:pt x="581290" y="1859250"/>
                </a:lnTo>
                <a:lnTo>
                  <a:pt x="630647" y="1842845"/>
                </a:lnTo>
                <a:lnTo>
                  <a:pt x="679125" y="1824449"/>
                </a:lnTo>
                <a:lnTo>
                  <a:pt x="726715" y="1804029"/>
                </a:lnTo>
                <a:lnTo>
                  <a:pt x="773404" y="1781553"/>
                </a:lnTo>
                <a:lnTo>
                  <a:pt x="819182" y="1756986"/>
                </a:lnTo>
                <a:lnTo>
                  <a:pt x="864040" y="1730296"/>
                </a:lnTo>
                <a:lnTo>
                  <a:pt x="907966" y="1701449"/>
                </a:lnTo>
                <a:lnTo>
                  <a:pt x="940156" y="1678207"/>
                </a:lnTo>
                <a:lnTo>
                  <a:pt x="650338" y="1678207"/>
                </a:lnTo>
                <a:lnTo>
                  <a:pt x="598464" y="1677427"/>
                </a:lnTo>
                <a:lnTo>
                  <a:pt x="546569" y="1673461"/>
                </a:lnTo>
                <a:lnTo>
                  <a:pt x="494487" y="1667865"/>
                </a:lnTo>
                <a:lnTo>
                  <a:pt x="442377" y="1661485"/>
                </a:lnTo>
                <a:lnTo>
                  <a:pt x="390325" y="1654215"/>
                </a:lnTo>
                <a:lnTo>
                  <a:pt x="338416" y="1645949"/>
                </a:lnTo>
                <a:lnTo>
                  <a:pt x="286736" y="1636582"/>
                </a:lnTo>
                <a:lnTo>
                  <a:pt x="235370" y="1626008"/>
                </a:lnTo>
                <a:lnTo>
                  <a:pt x="184403" y="1614122"/>
                </a:lnTo>
                <a:lnTo>
                  <a:pt x="108039" y="1594056"/>
                </a:lnTo>
                <a:lnTo>
                  <a:pt x="82171" y="1588069"/>
                </a:lnTo>
                <a:lnTo>
                  <a:pt x="56274" y="1582868"/>
                </a:lnTo>
                <a:lnTo>
                  <a:pt x="30304" y="1578465"/>
                </a:lnTo>
                <a:lnTo>
                  <a:pt x="0" y="1575671"/>
                </a:lnTo>
                <a:close/>
              </a:path>
              <a:path w="3095625" h="2533015">
                <a:moveTo>
                  <a:pt x="981265" y="1600944"/>
                </a:moveTo>
                <a:lnTo>
                  <a:pt x="959937" y="1603972"/>
                </a:lnTo>
                <a:lnTo>
                  <a:pt x="939161" y="1606309"/>
                </a:lnTo>
                <a:lnTo>
                  <a:pt x="919686" y="1609838"/>
                </a:lnTo>
                <a:lnTo>
                  <a:pt x="902258" y="1616438"/>
                </a:lnTo>
                <a:lnTo>
                  <a:pt x="853545" y="1639251"/>
                </a:lnTo>
                <a:lnTo>
                  <a:pt x="803793" y="1656323"/>
                </a:lnTo>
                <a:lnTo>
                  <a:pt x="753205" y="1668166"/>
                </a:lnTo>
                <a:lnTo>
                  <a:pt x="701986" y="1675290"/>
                </a:lnTo>
                <a:lnTo>
                  <a:pt x="650338" y="1678207"/>
                </a:lnTo>
                <a:lnTo>
                  <a:pt x="940156" y="1678207"/>
                </a:lnTo>
                <a:lnTo>
                  <a:pt x="973539" y="1646838"/>
                </a:lnTo>
                <a:lnTo>
                  <a:pt x="981762" y="1626248"/>
                </a:lnTo>
                <a:lnTo>
                  <a:pt x="981395" y="1616438"/>
                </a:lnTo>
                <a:lnTo>
                  <a:pt x="981265" y="1600944"/>
                </a:lnTo>
                <a:close/>
              </a:path>
              <a:path w="3095625" h="2533015">
                <a:moveTo>
                  <a:pt x="842656" y="1447800"/>
                </a:moveTo>
                <a:lnTo>
                  <a:pt x="452037" y="1447800"/>
                </a:lnTo>
                <a:lnTo>
                  <a:pt x="501107" y="1460500"/>
                </a:lnTo>
                <a:lnTo>
                  <a:pt x="794011" y="1460500"/>
                </a:lnTo>
                <a:lnTo>
                  <a:pt x="842656" y="1447800"/>
                </a:lnTo>
                <a:close/>
              </a:path>
              <a:path w="3095625" h="2533015">
                <a:moveTo>
                  <a:pt x="259918" y="139700"/>
                </a:moveTo>
                <a:lnTo>
                  <a:pt x="230782" y="139700"/>
                </a:lnTo>
                <a:lnTo>
                  <a:pt x="209415" y="152400"/>
                </a:lnTo>
                <a:lnTo>
                  <a:pt x="176695" y="177800"/>
                </a:lnTo>
                <a:lnTo>
                  <a:pt x="142521" y="215900"/>
                </a:lnTo>
                <a:lnTo>
                  <a:pt x="111064" y="254000"/>
                </a:lnTo>
                <a:lnTo>
                  <a:pt x="82249" y="292100"/>
                </a:lnTo>
                <a:lnTo>
                  <a:pt x="56000" y="342900"/>
                </a:lnTo>
                <a:lnTo>
                  <a:pt x="32242" y="381000"/>
                </a:lnTo>
                <a:lnTo>
                  <a:pt x="10900" y="419100"/>
                </a:lnTo>
                <a:lnTo>
                  <a:pt x="0" y="444500"/>
                </a:lnTo>
                <a:lnTo>
                  <a:pt x="0" y="1384300"/>
                </a:lnTo>
                <a:lnTo>
                  <a:pt x="48414" y="1397000"/>
                </a:lnTo>
                <a:lnTo>
                  <a:pt x="99434" y="1397000"/>
                </a:lnTo>
                <a:lnTo>
                  <a:pt x="150634" y="1409700"/>
                </a:lnTo>
                <a:lnTo>
                  <a:pt x="252849" y="1409700"/>
                </a:lnTo>
                <a:lnTo>
                  <a:pt x="402873" y="1447800"/>
                </a:lnTo>
                <a:lnTo>
                  <a:pt x="891274" y="1447800"/>
                </a:lnTo>
                <a:lnTo>
                  <a:pt x="988466" y="1422400"/>
                </a:lnTo>
                <a:lnTo>
                  <a:pt x="1116507" y="1384300"/>
                </a:lnTo>
                <a:lnTo>
                  <a:pt x="1156754" y="1371600"/>
                </a:lnTo>
                <a:lnTo>
                  <a:pt x="1196259" y="1346200"/>
                </a:lnTo>
                <a:lnTo>
                  <a:pt x="1233570" y="1320800"/>
                </a:lnTo>
                <a:lnTo>
                  <a:pt x="1264904" y="1295400"/>
                </a:lnTo>
                <a:lnTo>
                  <a:pt x="1281085" y="1257300"/>
                </a:lnTo>
                <a:lnTo>
                  <a:pt x="898114" y="1257300"/>
                </a:lnTo>
                <a:lnTo>
                  <a:pt x="847696" y="1244600"/>
                </a:lnTo>
                <a:lnTo>
                  <a:pt x="797164" y="1244600"/>
                </a:lnTo>
                <a:lnTo>
                  <a:pt x="645226" y="1206500"/>
                </a:lnTo>
                <a:lnTo>
                  <a:pt x="132956" y="1206500"/>
                </a:lnTo>
                <a:lnTo>
                  <a:pt x="168360" y="1181100"/>
                </a:lnTo>
                <a:lnTo>
                  <a:pt x="45610" y="1181100"/>
                </a:lnTo>
                <a:lnTo>
                  <a:pt x="56773" y="1143000"/>
                </a:lnTo>
                <a:lnTo>
                  <a:pt x="76022" y="1092200"/>
                </a:lnTo>
                <a:lnTo>
                  <a:pt x="102395" y="1016000"/>
                </a:lnTo>
                <a:lnTo>
                  <a:pt x="117404" y="965200"/>
                </a:lnTo>
                <a:lnTo>
                  <a:pt x="130436" y="914400"/>
                </a:lnTo>
                <a:lnTo>
                  <a:pt x="141623" y="863600"/>
                </a:lnTo>
                <a:lnTo>
                  <a:pt x="151095" y="812800"/>
                </a:lnTo>
                <a:lnTo>
                  <a:pt x="158983" y="762000"/>
                </a:lnTo>
                <a:lnTo>
                  <a:pt x="165417" y="711200"/>
                </a:lnTo>
                <a:lnTo>
                  <a:pt x="170528" y="660400"/>
                </a:lnTo>
                <a:lnTo>
                  <a:pt x="174447" y="609600"/>
                </a:lnTo>
                <a:lnTo>
                  <a:pt x="177723" y="558800"/>
                </a:lnTo>
                <a:lnTo>
                  <a:pt x="181427" y="508000"/>
                </a:lnTo>
                <a:lnTo>
                  <a:pt x="186046" y="469900"/>
                </a:lnTo>
                <a:lnTo>
                  <a:pt x="192068" y="419100"/>
                </a:lnTo>
                <a:lnTo>
                  <a:pt x="199981" y="368300"/>
                </a:lnTo>
                <a:lnTo>
                  <a:pt x="210274" y="317500"/>
                </a:lnTo>
                <a:lnTo>
                  <a:pt x="223435" y="266700"/>
                </a:lnTo>
                <a:lnTo>
                  <a:pt x="239951" y="228600"/>
                </a:lnTo>
                <a:lnTo>
                  <a:pt x="260311" y="177800"/>
                </a:lnTo>
                <a:lnTo>
                  <a:pt x="262572" y="165100"/>
                </a:lnTo>
                <a:lnTo>
                  <a:pt x="262277" y="165100"/>
                </a:lnTo>
                <a:lnTo>
                  <a:pt x="260901" y="152400"/>
                </a:lnTo>
                <a:lnTo>
                  <a:pt x="259918" y="139700"/>
                </a:lnTo>
                <a:close/>
              </a:path>
              <a:path w="3095625" h="2533015">
                <a:moveTo>
                  <a:pt x="1294511" y="1193800"/>
                </a:moveTo>
                <a:lnTo>
                  <a:pt x="1255338" y="1193800"/>
                </a:lnTo>
                <a:lnTo>
                  <a:pt x="1245946" y="1206500"/>
                </a:lnTo>
                <a:lnTo>
                  <a:pt x="1048463" y="1257300"/>
                </a:lnTo>
                <a:lnTo>
                  <a:pt x="1281085" y="1257300"/>
                </a:lnTo>
                <a:lnTo>
                  <a:pt x="1286479" y="1244600"/>
                </a:lnTo>
                <a:lnTo>
                  <a:pt x="1294511" y="1193800"/>
                </a:lnTo>
                <a:close/>
              </a:path>
              <a:path w="3095625" h="2533015">
                <a:moveTo>
                  <a:pt x="441859" y="1181100"/>
                </a:moveTo>
                <a:lnTo>
                  <a:pt x="288163" y="1181100"/>
                </a:lnTo>
                <a:lnTo>
                  <a:pt x="184888" y="1206500"/>
                </a:lnTo>
                <a:lnTo>
                  <a:pt x="594501" y="1206500"/>
                </a:lnTo>
                <a:lnTo>
                  <a:pt x="543710" y="1193800"/>
                </a:lnTo>
                <a:lnTo>
                  <a:pt x="492835" y="1193800"/>
                </a:lnTo>
                <a:lnTo>
                  <a:pt x="441859" y="1181100"/>
                </a:lnTo>
                <a:close/>
              </a:path>
              <a:path w="3095625" h="2533015">
                <a:moveTo>
                  <a:pt x="747090" y="0"/>
                </a:moveTo>
                <a:lnTo>
                  <a:pt x="605536" y="0"/>
                </a:lnTo>
                <a:lnTo>
                  <a:pt x="600075" y="12700"/>
                </a:lnTo>
                <a:lnTo>
                  <a:pt x="567254" y="50800"/>
                </a:lnTo>
                <a:lnTo>
                  <a:pt x="536267" y="88900"/>
                </a:lnTo>
                <a:lnTo>
                  <a:pt x="507250" y="127000"/>
                </a:lnTo>
                <a:lnTo>
                  <a:pt x="480337" y="165100"/>
                </a:lnTo>
                <a:lnTo>
                  <a:pt x="455664" y="203200"/>
                </a:lnTo>
                <a:lnTo>
                  <a:pt x="433368" y="254000"/>
                </a:lnTo>
                <a:lnTo>
                  <a:pt x="413584" y="292100"/>
                </a:lnTo>
                <a:lnTo>
                  <a:pt x="396448" y="342900"/>
                </a:lnTo>
                <a:lnTo>
                  <a:pt x="382095" y="393700"/>
                </a:lnTo>
                <a:lnTo>
                  <a:pt x="370662" y="444500"/>
                </a:lnTo>
                <a:lnTo>
                  <a:pt x="361622" y="495300"/>
                </a:lnTo>
                <a:lnTo>
                  <a:pt x="343600" y="584200"/>
                </a:lnTo>
                <a:lnTo>
                  <a:pt x="334564" y="635000"/>
                </a:lnTo>
                <a:lnTo>
                  <a:pt x="325472" y="685800"/>
                </a:lnTo>
                <a:lnTo>
                  <a:pt x="316299" y="723900"/>
                </a:lnTo>
                <a:lnTo>
                  <a:pt x="307016" y="774700"/>
                </a:lnTo>
                <a:lnTo>
                  <a:pt x="297596" y="825500"/>
                </a:lnTo>
                <a:lnTo>
                  <a:pt x="288010" y="863600"/>
                </a:lnTo>
                <a:lnTo>
                  <a:pt x="274994" y="914400"/>
                </a:lnTo>
                <a:lnTo>
                  <a:pt x="257292" y="965200"/>
                </a:lnTo>
                <a:lnTo>
                  <a:pt x="234779" y="1003300"/>
                </a:lnTo>
                <a:lnTo>
                  <a:pt x="207328" y="1054100"/>
                </a:lnTo>
                <a:lnTo>
                  <a:pt x="174811" y="1079500"/>
                </a:lnTo>
                <a:lnTo>
                  <a:pt x="137104" y="1117600"/>
                </a:lnTo>
                <a:lnTo>
                  <a:pt x="94079" y="1155700"/>
                </a:lnTo>
                <a:lnTo>
                  <a:pt x="45610" y="1181100"/>
                </a:lnTo>
                <a:lnTo>
                  <a:pt x="168360" y="1181100"/>
                </a:lnTo>
                <a:lnTo>
                  <a:pt x="205084" y="1143000"/>
                </a:lnTo>
                <a:lnTo>
                  <a:pt x="242981" y="1117600"/>
                </a:lnTo>
                <a:lnTo>
                  <a:pt x="281901" y="1079500"/>
                </a:lnTo>
                <a:lnTo>
                  <a:pt x="321698" y="1054100"/>
                </a:lnTo>
                <a:lnTo>
                  <a:pt x="403330" y="1003300"/>
                </a:lnTo>
                <a:lnTo>
                  <a:pt x="444868" y="977900"/>
                </a:lnTo>
                <a:lnTo>
                  <a:pt x="458629" y="965200"/>
                </a:lnTo>
                <a:lnTo>
                  <a:pt x="1660573" y="965200"/>
                </a:lnTo>
                <a:lnTo>
                  <a:pt x="1682623" y="952500"/>
                </a:lnTo>
                <a:lnTo>
                  <a:pt x="1690715" y="952500"/>
                </a:lnTo>
                <a:lnTo>
                  <a:pt x="1698688" y="939800"/>
                </a:lnTo>
                <a:lnTo>
                  <a:pt x="1708090" y="927100"/>
                </a:lnTo>
                <a:lnTo>
                  <a:pt x="1720469" y="914400"/>
                </a:lnTo>
                <a:lnTo>
                  <a:pt x="1699678" y="901700"/>
                </a:lnTo>
                <a:lnTo>
                  <a:pt x="1444628" y="901700"/>
                </a:lnTo>
                <a:lnTo>
                  <a:pt x="1393972" y="889000"/>
                </a:lnTo>
                <a:lnTo>
                  <a:pt x="1343477" y="889000"/>
                </a:lnTo>
                <a:lnTo>
                  <a:pt x="1293112" y="876300"/>
                </a:lnTo>
                <a:lnTo>
                  <a:pt x="1242849" y="876300"/>
                </a:lnTo>
                <a:lnTo>
                  <a:pt x="1142500" y="850900"/>
                </a:lnTo>
                <a:lnTo>
                  <a:pt x="1092355" y="850900"/>
                </a:lnTo>
                <a:lnTo>
                  <a:pt x="1042163" y="838200"/>
                </a:lnTo>
                <a:lnTo>
                  <a:pt x="536244" y="838200"/>
                </a:lnTo>
                <a:lnTo>
                  <a:pt x="532066" y="825500"/>
                </a:lnTo>
                <a:lnTo>
                  <a:pt x="528358" y="812800"/>
                </a:lnTo>
                <a:lnTo>
                  <a:pt x="526034" y="812800"/>
                </a:lnTo>
                <a:lnTo>
                  <a:pt x="549596" y="762000"/>
                </a:lnTo>
                <a:lnTo>
                  <a:pt x="570448" y="711200"/>
                </a:lnTo>
                <a:lnTo>
                  <a:pt x="588872" y="673100"/>
                </a:lnTo>
                <a:lnTo>
                  <a:pt x="605149" y="622300"/>
                </a:lnTo>
                <a:lnTo>
                  <a:pt x="619562" y="571500"/>
                </a:lnTo>
                <a:lnTo>
                  <a:pt x="632394" y="520700"/>
                </a:lnTo>
                <a:lnTo>
                  <a:pt x="643928" y="469900"/>
                </a:lnTo>
                <a:lnTo>
                  <a:pt x="654445" y="419100"/>
                </a:lnTo>
                <a:lnTo>
                  <a:pt x="664228" y="368300"/>
                </a:lnTo>
                <a:lnTo>
                  <a:pt x="673559" y="317500"/>
                </a:lnTo>
                <a:lnTo>
                  <a:pt x="682721" y="266700"/>
                </a:lnTo>
                <a:lnTo>
                  <a:pt x="691997" y="215900"/>
                </a:lnTo>
                <a:lnTo>
                  <a:pt x="698695" y="177800"/>
                </a:lnTo>
                <a:lnTo>
                  <a:pt x="706381" y="152400"/>
                </a:lnTo>
                <a:lnTo>
                  <a:pt x="714823" y="114300"/>
                </a:lnTo>
                <a:lnTo>
                  <a:pt x="723785" y="88900"/>
                </a:lnTo>
                <a:lnTo>
                  <a:pt x="747090" y="0"/>
                </a:lnTo>
                <a:close/>
              </a:path>
              <a:path w="3095625" h="2533015">
                <a:moveTo>
                  <a:pt x="1660573" y="965200"/>
                </a:moveTo>
                <a:lnTo>
                  <a:pt x="509371" y="965200"/>
                </a:lnTo>
                <a:lnTo>
                  <a:pt x="559038" y="977900"/>
                </a:lnTo>
                <a:lnTo>
                  <a:pt x="608349" y="977900"/>
                </a:lnTo>
                <a:lnTo>
                  <a:pt x="657312" y="990600"/>
                </a:lnTo>
                <a:lnTo>
                  <a:pt x="705937" y="990600"/>
                </a:lnTo>
                <a:lnTo>
                  <a:pt x="802213" y="1016000"/>
                </a:lnTo>
                <a:lnTo>
                  <a:pt x="849883" y="1041400"/>
                </a:lnTo>
                <a:lnTo>
                  <a:pt x="1089849" y="1104900"/>
                </a:lnTo>
                <a:lnTo>
                  <a:pt x="1277190" y="1104900"/>
                </a:lnTo>
                <a:lnTo>
                  <a:pt x="1504898" y="1041400"/>
                </a:lnTo>
                <a:lnTo>
                  <a:pt x="1549671" y="1016000"/>
                </a:lnTo>
                <a:lnTo>
                  <a:pt x="1594210" y="1003300"/>
                </a:lnTo>
                <a:lnTo>
                  <a:pt x="1660573" y="965200"/>
                </a:lnTo>
                <a:close/>
              </a:path>
              <a:path w="3095625" h="2533015">
                <a:moveTo>
                  <a:pt x="1664622" y="889000"/>
                </a:moveTo>
                <a:lnTo>
                  <a:pt x="1649476" y="889000"/>
                </a:lnTo>
                <a:lnTo>
                  <a:pt x="1597870" y="901700"/>
                </a:lnTo>
                <a:lnTo>
                  <a:pt x="1681210" y="901700"/>
                </a:lnTo>
                <a:lnTo>
                  <a:pt x="1664622" y="889000"/>
                </a:lnTo>
                <a:close/>
              </a:path>
              <a:path w="3095625" h="2533015">
                <a:moveTo>
                  <a:pt x="1244257" y="0"/>
                </a:moveTo>
                <a:lnTo>
                  <a:pt x="1017447" y="0"/>
                </a:lnTo>
                <a:lnTo>
                  <a:pt x="983119" y="139700"/>
                </a:lnTo>
                <a:lnTo>
                  <a:pt x="971019" y="190500"/>
                </a:lnTo>
                <a:lnTo>
                  <a:pt x="960270" y="228600"/>
                </a:lnTo>
                <a:lnTo>
                  <a:pt x="950996" y="279400"/>
                </a:lnTo>
                <a:lnTo>
                  <a:pt x="943317" y="330200"/>
                </a:lnTo>
                <a:lnTo>
                  <a:pt x="935324" y="381000"/>
                </a:lnTo>
                <a:lnTo>
                  <a:pt x="924696" y="431800"/>
                </a:lnTo>
                <a:lnTo>
                  <a:pt x="911286" y="469900"/>
                </a:lnTo>
                <a:lnTo>
                  <a:pt x="894947" y="520700"/>
                </a:lnTo>
                <a:lnTo>
                  <a:pt x="875533" y="558800"/>
                </a:lnTo>
                <a:lnTo>
                  <a:pt x="852897" y="596900"/>
                </a:lnTo>
                <a:lnTo>
                  <a:pt x="826891" y="635000"/>
                </a:lnTo>
                <a:lnTo>
                  <a:pt x="797369" y="660400"/>
                </a:lnTo>
                <a:lnTo>
                  <a:pt x="764184" y="698500"/>
                </a:lnTo>
                <a:lnTo>
                  <a:pt x="727190" y="723900"/>
                </a:lnTo>
                <a:lnTo>
                  <a:pt x="686239" y="749300"/>
                </a:lnTo>
                <a:lnTo>
                  <a:pt x="641184" y="774700"/>
                </a:lnTo>
                <a:lnTo>
                  <a:pt x="614518" y="787400"/>
                </a:lnTo>
                <a:lnTo>
                  <a:pt x="562439" y="812800"/>
                </a:lnTo>
                <a:lnTo>
                  <a:pt x="536244" y="838200"/>
                </a:lnTo>
                <a:lnTo>
                  <a:pt x="1042163" y="838200"/>
                </a:lnTo>
                <a:lnTo>
                  <a:pt x="991971" y="825500"/>
                </a:lnTo>
                <a:lnTo>
                  <a:pt x="944190" y="825500"/>
                </a:lnTo>
                <a:lnTo>
                  <a:pt x="895540" y="812800"/>
                </a:lnTo>
                <a:lnTo>
                  <a:pt x="845230" y="812800"/>
                </a:lnTo>
                <a:lnTo>
                  <a:pt x="792471" y="800100"/>
                </a:lnTo>
                <a:lnTo>
                  <a:pt x="736473" y="787400"/>
                </a:lnTo>
                <a:lnTo>
                  <a:pt x="946768" y="660400"/>
                </a:lnTo>
                <a:lnTo>
                  <a:pt x="989711" y="647700"/>
                </a:lnTo>
                <a:lnTo>
                  <a:pt x="1014299" y="635000"/>
                </a:lnTo>
                <a:lnTo>
                  <a:pt x="1771577" y="635000"/>
                </a:lnTo>
                <a:lnTo>
                  <a:pt x="1582558" y="584200"/>
                </a:lnTo>
                <a:lnTo>
                  <a:pt x="1535631" y="558800"/>
                </a:lnTo>
                <a:lnTo>
                  <a:pt x="1488694" y="546100"/>
                </a:lnTo>
                <a:lnTo>
                  <a:pt x="1446585" y="533400"/>
                </a:lnTo>
                <a:lnTo>
                  <a:pt x="1402586" y="520700"/>
                </a:lnTo>
                <a:lnTo>
                  <a:pt x="1036421" y="520700"/>
                </a:lnTo>
                <a:lnTo>
                  <a:pt x="1069688" y="482600"/>
                </a:lnTo>
                <a:lnTo>
                  <a:pt x="1097731" y="431800"/>
                </a:lnTo>
                <a:lnTo>
                  <a:pt x="1121345" y="393700"/>
                </a:lnTo>
                <a:lnTo>
                  <a:pt x="1141325" y="342900"/>
                </a:lnTo>
                <a:lnTo>
                  <a:pt x="1158469" y="292100"/>
                </a:lnTo>
                <a:lnTo>
                  <a:pt x="1173570" y="241300"/>
                </a:lnTo>
                <a:lnTo>
                  <a:pt x="1187425" y="190500"/>
                </a:lnTo>
                <a:lnTo>
                  <a:pt x="1200828" y="139700"/>
                </a:lnTo>
                <a:lnTo>
                  <a:pt x="1214577" y="88900"/>
                </a:lnTo>
                <a:lnTo>
                  <a:pt x="1244257" y="0"/>
                </a:lnTo>
                <a:close/>
              </a:path>
              <a:path w="3095625" h="2533015">
                <a:moveTo>
                  <a:pt x="1864360" y="787400"/>
                </a:moveTo>
                <a:lnTo>
                  <a:pt x="1483200" y="787400"/>
                </a:lnTo>
                <a:lnTo>
                  <a:pt x="1529886" y="800100"/>
                </a:lnTo>
                <a:lnTo>
                  <a:pt x="1815945" y="800100"/>
                </a:lnTo>
                <a:lnTo>
                  <a:pt x="1864360" y="787400"/>
                </a:lnTo>
                <a:close/>
              </a:path>
              <a:path w="3095625" h="2533015">
                <a:moveTo>
                  <a:pt x="2031047" y="660400"/>
                </a:moveTo>
                <a:lnTo>
                  <a:pt x="1133627" y="660400"/>
                </a:lnTo>
                <a:lnTo>
                  <a:pt x="1151106" y="673100"/>
                </a:lnTo>
                <a:lnTo>
                  <a:pt x="1167853" y="685800"/>
                </a:lnTo>
                <a:lnTo>
                  <a:pt x="1211486" y="711200"/>
                </a:lnTo>
                <a:lnTo>
                  <a:pt x="1255637" y="723900"/>
                </a:lnTo>
                <a:lnTo>
                  <a:pt x="1300277" y="749300"/>
                </a:lnTo>
                <a:lnTo>
                  <a:pt x="1436869" y="787400"/>
                </a:lnTo>
                <a:lnTo>
                  <a:pt x="1910058" y="787400"/>
                </a:lnTo>
                <a:lnTo>
                  <a:pt x="1954928" y="774700"/>
                </a:lnTo>
                <a:lnTo>
                  <a:pt x="2088769" y="698500"/>
                </a:lnTo>
                <a:lnTo>
                  <a:pt x="2066131" y="685800"/>
                </a:lnTo>
                <a:lnTo>
                  <a:pt x="2047303" y="673100"/>
                </a:lnTo>
                <a:lnTo>
                  <a:pt x="2031047" y="660400"/>
                </a:lnTo>
                <a:close/>
              </a:path>
              <a:path w="3095625" h="2533015">
                <a:moveTo>
                  <a:pt x="1867867" y="647700"/>
                </a:moveTo>
                <a:lnTo>
                  <a:pt x="1097038" y="647700"/>
                </a:lnTo>
                <a:lnTo>
                  <a:pt x="1115558" y="660400"/>
                </a:lnTo>
                <a:lnTo>
                  <a:pt x="1916705" y="660400"/>
                </a:lnTo>
                <a:lnTo>
                  <a:pt x="1867867" y="647700"/>
                </a:lnTo>
                <a:close/>
              </a:path>
              <a:path w="3095625" h="2533015">
                <a:moveTo>
                  <a:pt x="1771577" y="635000"/>
                </a:moveTo>
                <a:lnTo>
                  <a:pt x="1041479" y="635000"/>
                </a:lnTo>
                <a:lnTo>
                  <a:pt x="1069606" y="647700"/>
                </a:lnTo>
                <a:lnTo>
                  <a:pt x="1819514" y="647700"/>
                </a:lnTo>
                <a:lnTo>
                  <a:pt x="1771577" y="635000"/>
                </a:lnTo>
                <a:close/>
              </a:path>
              <a:path w="3095625" h="2533015">
                <a:moveTo>
                  <a:pt x="2114613" y="279400"/>
                </a:moveTo>
                <a:lnTo>
                  <a:pt x="1624711" y="279400"/>
                </a:lnTo>
                <a:lnTo>
                  <a:pt x="1657227" y="330200"/>
                </a:lnTo>
                <a:lnTo>
                  <a:pt x="1691149" y="368300"/>
                </a:lnTo>
                <a:lnTo>
                  <a:pt x="1726474" y="393700"/>
                </a:lnTo>
                <a:lnTo>
                  <a:pt x="1763200" y="431800"/>
                </a:lnTo>
                <a:lnTo>
                  <a:pt x="1801324" y="457200"/>
                </a:lnTo>
                <a:lnTo>
                  <a:pt x="1840844" y="482600"/>
                </a:lnTo>
                <a:lnTo>
                  <a:pt x="1881759" y="495300"/>
                </a:lnTo>
                <a:lnTo>
                  <a:pt x="1967760" y="520700"/>
                </a:lnTo>
                <a:lnTo>
                  <a:pt x="2059312" y="546100"/>
                </a:lnTo>
                <a:lnTo>
                  <a:pt x="2156395" y="546100"/>
                </a:lnTo>
                <a:lnTo>
                  <a:pt x="2207006" y="533400"/>
                </a:lnTo>
                <a:lnTo>
                  <a:pt x="2251692" y="533400"/>
                </a:lnTo>
                <a:lnTo>
                  <a:pt x="2428304" y="482600"/>
                </a:lnTo>
                <a:lnTo>
                  <a:pt x="2470302" y="457200"/>
                </a:lnTo>
                <a:lnTo>
                  <a:pt x="2510790" y="419100"/>
                </a:lnTo>
                <a:lnTo>
                  <a:pt x="2486409" y="406400"/>
                </a:lnTo>
                <a:lnTo>
                  <a:pt x="2465768" y="393700"/>
                </a:lnTo>
                <a:lnTo>
                  <a:pt x="2334323" y="393700"/>
                </a:lnTo>
                <a:lnTo>
                  <a:pt x="2244090" y="342900"/>
                </a:lnTo>
                <a:lnTo>
                  <a:pt x="2201419" y="330200"/>
                </a:lnTo>
                <a:lnTo>
                  <a:pt x="2114613" y="279400"/>
                </a:lnTo>
                <a:close/>
              </a:path>
              <a:path w="3095625" h="2533015">
                <a:moveTo>
                  <a:pt x="1765935" y="0"/>
                </a:moveTo>
                <a:lnTo>
                  <a:pt x="1485392" y="0"/>
                </a:lnTo>
                <a:lnTo>
                  <a:pt x="1484376" y="12700"/>
                </a:lnTo>
                <a:lnTo>
                  <a:pt x="1465054" y="50800"/>
                </a:lnTo>
                <a:lnTo>
                  <a:pt x="1445815" y="101600"/>
                </a:lnTo>
                <a:lnTo>
                  <a:pt x="1425886" y="139700"/>
                </a:lnTo>
                <a:lnTo>
                  <a:pt x="1404493" y="190500"/>
                </a:lnTo>
                <a:lnTo>
                  <a:pt x="1379305" y="228600"/>
                </a:lnTo>
                <a:lnTo>
                  <a:pt x="1352195" y="279400"/>
                </a:lnTo>
                <a:lnTo>
                  <a:pt x="1322914" y="317500"/>
                </a:lnTo>
                <a:lnTo>
                  <a:pt x="1291215" y="355600"/>
                </a:lnTo>
                <a:lnTo>
                  <a:pt x="1256852" y="393700"/>
                </a:lnTo>
                <a:lnTo>
                  <a:pt x="1219577" y="419100"/>
                </a:lnTo>
                <a:lnTo>
                  <a:pt x="1179144" y="457200"/>
                </a:lnTo>
                <a:lnTo>
                  <a:pt x="1135305" y="482600"/>
                </a:lnTo>
                <a:lnTo>
                  <a:pt x="1087813" y="508000"/>
                </a:lnTo>
                <a:lnTo>
                  <a:pt x="1036421" y="520700"/>
                </a:lnTo>
                <a:lnTo>
                  <a:pt x="1355597" y="520700"/>
                </a:lnTo>
                <a:lnTo>
                  <a:pt x="1304520" y="508000"/>
                </a:lnTo>
                <a:lnTo>
                  <a:pt x="1248257" y="495300"/>
                </a:lnTo>
                <a:lnTo>
                  <a:pt x="1624711" y="279400"/>
                </a:lnTo>
                <a:lnTo>
                  <a:pt x="2114613" y="279400"/>
                </a:lnTo>
                <a:lnTo>
                  <a:pt x="2070068" y="266700"/>
                </a:lnTo>
                <a:lnTo>
                  <a:pt x="2024486" y="241300"/>
                </a:lnTo>
                <a:lnTo>
                  <a:pt x="1977663" y="215900"/>
                </a:lnTo>
                <a:lnTo>
                  <a:pt x="1929394" y="190500"/>
                </a:lnTo>
                <a:lnTo>
                  <a:pt x="1904433" y="177800"/>
                </a:lnTo>
                <a:lnTo>
                  <a:pt x="1658366" y="177800"/>
                </a:lnTo>
                <a:lnTo>
                  <a:pt x="1674951" y="165100"/>
                </a:lnTo>
                <a:lnTo>
                  <a:pt x="1690655" y="139700"/>
                </a:lnTo>
                <a:lnTo>
                  <a:pt x="1705550" y="114300"/>
                </a:lnTo>
                <a:lnTo>
                  <a:pt x="1719707" y="88900"/>
                </a:lnTo>
                <a:lnTo>
                  <a:pt x="1765935" y="0"/>
                </a:lnTo>
                <a:close/>
              </a:path>
              <a:path w="3095625" h="2533015">
                <a:moveTo>
                  <a:pt x="2260600" y="0"/>
                </a:moveTo>
                <a:lnTo>
                  <a:pt x="1996313" y="0"/>
                </a:lnTo>
                <a:lnTo>
                  <a:pt x="1942973" y="50800"/>
                </a:lnTo>
                <a:lnTo>
                  <a:pt x="1897743" y="76200"/>
                </a:lnTo>
                <a:lnTo>
                  <a:pt x="1850672" y="114300"/>
                </a:lnTo>
                <a:lnTo>
                  <a:pt x="1802479" y="139700"/>
                </a:lnTo>
                <a:lnTo>
                  <a:pt x="1753884" y="152400"/>
                </a:lnTo>
                <a:lnTo>
                  <a:pt x="1705606" y="177800"/>
                </a:lnTo>
                <a:lnTo>
                  <a:pt x="1904433" y="177800"/>
                </a:lnTo>
                <a:lnTo>
                  <a:pt x="1879473" y="165100"/>
                </a:lnTo>
                <a:lnTo>
                  <a:pt x="2120265" y="63500"/>
                </a:lnTo>
                <a:lnTo>
                  <a:pt x="2260600" y="0"/>
                </a:lnTo>
                <a:close/>
              </a:path>
              <a:path w="3095625" h="2533015">
                <a:moveTo>
                  <a:pt x="2885440" y="0"/>
                </a:moveTo>
                <a:lnTo>
                  <a:pt x="2390902" y="0"/>
                </a:lnTo>
                <a:lnTo>
                  <a:pt x="2405761" y="25400"/>
                </a:lnTo>
                <a:lnTo>
                  <a:pt x="2443259" y="63500"/>
                </a:lnTo>
                <a:lnTo>
                  <a:pt x="2482471" y="88900"/>
                </a:lnTo>
                <a:lnTo>
                  <a:pt x="2523422" y="114300"/>
                </a:lnTo>
                <a:lnTo>
                  <a:pt x="2566142" y="139700"/>
                </a:lnTo>
                <a:lnTo>
                  <a:pt x="2610659" y="152400"/>
                </a:lnTo>
                <a:lnTo>
                  <a:pt x="2657001" y="165100"/>
                </a:lnTo>
                <a:lnTo>
                  <a:pt x="2705196" y="177800"/>
                </a:lnTo>
                <a:lnTo>
                  <a:pt x="2861183" y="177800"/>
                </a:lnTo>
                <a:lnTo>
                  <a:pt x="2969968" y="152400"/>
                </a:lnTo>
                <a:lnTo>
                  <a:pt x="3019209" y="127000"/>
                </a:lnTo>
                <a:lnTo>
                  <a:pt x="3061879" y="101600"/>
                </a:lnTo>
                <a:lnTo>
                  <a:pt x="3095625" y="76200"/>
                </a:lnTo>
                <a:lnTo>
                  <a:pt x="3063208" y="63500"/>
                </a:lnTo>
                <a:lnTo>
                  <a:pt x="3031267" y="63500"/>
                </a:lnTo>
                <a:lnTo>
                  <a:pt x="2968625" y="38100"/>
                </a:lnTo>
                <a:lnTo>
                  <a:pt x="2885440" y="0"/>
                </a:lnTo>
                <a:close/>
              </a:path>
            </a:pathLst>
          </a:custGeom>
          <a:solidFill>
            <a:srgbClr val="5D6A76">
              <a:alpha val="10195"/>
            </a:srgbClr>
          </a:solidFill>
        </p:spPr>
        <p:txBody>
          <a:bodyPr wrap="square" lIns="0" tIns="0" rIns="0" bIns="0" rtlCol="0"/>
          <a:lstStyle/>
          <a:p>
            <a:endParaRPr/>
          </a:p>
        </p:txBody>
      </p:sp>
      <p:sp>
        <p:nvSpPr>
          <p:cNvPr id="20" name="bg object 20"/>
          <p:cNvSpPr/>
          <p:nvPr/>
        </p:nvSpPr>
        <p:spPr>
          <a:xfrm>
            <a:off x="9163050" y="2457450"/>
            <a:ext cx="3028950" cy="4342130"/>
          </a:xfrm>
          <a:custGeom>
            <a:avLst/>
            <a:gdLst/>
            <a:ahLst/>
            <a:cxnLst/>
            <a:rect l="l" t="t" r="r" b="b"/>
            <a:pathLst>
              <a:path w="3028950" h="4342130">
                <a:moveTo>
                  <a:pt x="896960" y="3326040"/>
                </a:moveTo>
                <a:lnTo>
                  <a:pt x="763123" y="3326040"/>
                </a:lnTo>
                <a:lnTo>
                  <a:pt x="633579" y="3364140"/>
                </a:lnTo>
                <a:lnTo>
                  <a:pt x="591410" y="3389540"/>
                </a:lnTo>
                <a:lnTo>
                  <a:pt x="508669" y="3440340"/>
                </a:lnTo>
                <a:lnTo>
                  <a:pt x="468122" y="3478440"/>
                </a:lnTo>
                <a:lnTo>
                  <a:pt x="485217" y="3491140"/>
                </a:lnTo>
                <a:lnTo>
                  <a:pt x="507303" y="3516540"/>
                </a:lnTo>
                <a:lnTo>
                  <a:pt x="534926" y="3529240"/>
                </a:lnTo>
                <a:lnTo>
                  <a:pt x="568636" y="3541940"/>
                </a:lnTo>
                <a:lnTo>
                  <a:pt x="608980" y="3554640"/>
                </a:lnTo>
                <a:lnTo>
                  <a:pt x="656506" y="3567340"/>
                </a:lnTo>
                <a:lnTo>
                  <a:pt x="711762" y="3567340"/>
                </a:lnTo>
                <a:lnTo>
                  <a:pt x="775295" y="3580040"/>
                </a:lnTo>
                <a:lnTo>
                  <a:pt x="847654" y="3592740"/>
                </a:lnTo>
                <a:lnTo>
                  <a:pt x="929385" y="3592740"/>
                </a:lnTo>
                <a:lnTo>
                  <a:pt x="892643" y="3618140"/>
                </a:lnTo>
                <a:lnTo>
                  <a:pt x="860329" y="3643540"/>
                </a:lnTo>
                <a:lnTo>
                  <a:pt x="830159" y="3668940"/>
                </a:lnTo>
                <a:lnTo>
                  <a:pt x="799846" y="3681640"/>
                </a:lnTo>
                <a:lnTo>
                  <a:pt x="751353" y="3707040"/>
                </a:lnTo>
                <a:lnTo>
                  <a:pt x="702348" y="3719740"/>
                </a:lnTo>
                <a:lnTo>
                  <a:pt x="652837" y="3745140"/>
                </a:lnTo>
                <a:lnTo>
                  <a:pt x="503325" y="3783240"/>
                </a:lnTo>
                <a:lnTo>
                  <a:pt x="457311" y="3808640"/>
                </a:lnTo>
                <a:lnTo>
                  <a:pt x="413868" y="3834040"/>
                </a:lnTo>
                <a:lnTo>
                  <a:pt x="372586" y="3859440"/>
                </a:lnTo>
                <a:lnTo>
                  <a:pt x="333054" y="3884840"/>
                </a:lnTo>
                <a:lnTo>
                  <a:pt x="294862" y="3922940"/>
                </a:lnTo>
                <a:lnTo>
                  <a:pt x="257598" y="3948340"/>
                </a:lnTo>
                <a:lnTo>
                  <a:pt x="220852" y="3986440"/>
                </a:lnTo>
                <a:lnTo>
                  <a:pt x="182406" y="4024540"/>
                </a:lnTo>
                <a:lnTo>
                  <a:pt x="146455" y="4062640"/>
                </a:lnTo>
                <a:lnTo>
                  <a:pt x="112881" y="4100740"/>
                </a:lnTo>
                <a:lnTo>
                  <a:pt x="81566" y="4151540"/>
                </a:lnTo>
                <a:lnTo>
                  <a:pt x="52392" y="4189640"/>
                </a:lnTo>
                <a:lnTo>
                  <a:pt x="25243" y="4240440"/>
                </a:lnTo>
                <a:lnTo>
                  <a:pt x="0" y="4291240"/>
                </a:lnTo>
                <a:lnTo>
                  <a:pt x="35915" y="4329340"/>
                </a:lnTo>
                <a:lnTo>
                  <a:pt x="65198" y="4342040"/>
                </a:lnTo>
                <a:lnTo>
                  <a:pt x="94743" y="4342040"/>
                </a:lnTo>
                <a:lnTo>
                  <a:pt x="131445" y="4316640"/>
                </a:lnTo>
                <a:lnTo>
                  <a:pt x="172217" y="4291240"/>
                </a:lnTo>
                <a:lnTo>
                  <a:pt x="212259" y="4253140"/>
                </a:lnTo>
                <a:lnTo>
                  <a:pt x="369570" y="4100740"/>
                </a:lnTo>
                <a:lnTo>
                  <a:pt x="407678" y="4075340"/>
                </a:lnTo>
                <a:lnTo>
                  <a:pt x="484509" y="3999140"/>
                </a:lnTo>
                <a:lnTo>
                  <a:pt x="645922" y="3846740"/>
                </a:lnTo>
                <a:lnTo>
                  <a:pt x="859519" y="3846740"/>
                </a:lnTo>
                <a:lnTo>
                  <a:pt x="876195" y="3808640"/>
                </a:lnTo>
                <a:lnTo>
                  <a:pt x="901936" y="3770540"/>
                </a:lnTo>
                <a:lnTo>
                  <a:pt x="931007" y="3719740"/>
                </a:lnTo>
                <a:lnTo>
                  <a:pt x="963233" y="3681640"/>
                </a:lnTo>
                <a:lnTo>
                  <a:pt x="998438" y="3656240"/>
                </a:lnTo>
                <a:lnTo>
                  <a:pt x="1036447" y="3618140"/>
                </a:lnTo>
                <a:lnTo>
                  <a:pt x="1073298" y="3580040"/>
                </a:lnTo>
                <a:lnTo>
                  <a:pt x="1111234" y="3554640"/>
                </a:lnTo>
                <a:lnTo>
                  <a:pt x="1152479" y="3516540"/>
                </a:lnTo>
                <a:lnTo>
                  <a:pt x="1199260" y="3465740"/>
                </a:lnTo>
                <a:lnTo>
                  <a:pt x="1391525" y="3465740"/>
                </a:lnTo>
                <a:lnTo>
                  <a:pt x="1394209" y="3453040"/>
                </a:lnTo>
                <a:lnTo>
                  <a:pt x="1401318" y="3414940"/>
                </a:lnTo>
                <a:lnTo>
                  <a:pt x="1405047" y="3402240"/>
                </a:lnTo>
                <a:lnTo>
                  <a:pt x="1176147" y="3402240"/>
                </a:lnTo>
                <a:lnTo>
                  <a:pt x="1128634" y="3389540"/>
                </a:lnTo>
                <a:lnTo>
                  <a:pt x="1081497" y="3364140"/>
                </a:lnTo>
                <a:lnTo>
                  <a:pt x="988401" y="3338740"/>
                </a:lnTo>
                <a:lnTo>
                  <a:pt x="942467" y="3338740"/>
                </a:lnTo>
                <a:lnTo>
                  <a:pt x="896960" y="3326040"/>
                </a:lnTo>
                <a:close/>
              </a:path>
              <a:path w="3028950" h="4342130">
                <a:moveTo>
                  <a:pt x="859519" y="3846740"/>
                </a:moveTo>
                <a:lnTo>
                  <a:pt x="645922" y="3846740"/>
                </a:lnTo>
                <a:lnTo>
                  <a:pt x="648335" y="3897540"/>
                </a:lnTo>
                <a:lnTo>
                  <a:pt x="645077" y="3935640"/>
                </a:lnTo>
                <a:lnTo>
                  <a:pt x="633010" y="4024540"/>
                </a:lnTo>
                <a:lnTo>
                  <a:pt x="629932" y="4075340"/>
                </a:lnTo>
                <a:lnTo>
                  <a:pt x="632645" y="4113440"/>
                </a:lnTo>
                <a:lnTo>
                  <a:pt x="644017" y="4164240"/>
                </a:lnTo>
                <a:lnTo>
                  <a:pt x="681324" y="4126140"/>
                </a:lnTo>
                <a:lnTo>
                  <a:pt x="715616" y="4100740"/>
                </a:lnTo>
                <a:lnTo>
                  <a:pt x="746710" y="4062640"/>
                </a:lnTo>
                <a:lnTo>
                  <a:pt x="774420" y="4024540"/>
                </a:lnTo>
                <a:lnTo>
                  <a:pt x="798562" y="3986440"/>
                </a:lnTo>
                <a:lnTo>
                  <a:pt x="818952" y="3948340"/>
                </a:lnTo>
                <a:lnTo>
                  <a:pt x="835405" y="3897540"/>
                </a:lnTo>
                <a:lnTo>
                  <a:pt x="853960" y="3859440"/>
                </a:lnTo>
                <a:lnTo>
                  <a:pt x="859519" y="3846740"/>
                </a:lnTo>
                <a:close/>
              </a:path>
              <a:path w="3028950" h="4342130">
                <a:moveTo>
                  <a:pt x="1391525" y="3465740"/>
                </a:moveTo>
                <a:lnTo>
                  <a:pt x="1199260" y="3465740"/>
                </a:lnTo>
                <a:lnTo>
                  <a:pt x="1189045" y="3529240"/>
                </a:lnTo>
                <a:lnTo>
                  <a:pt x="1179987" y="3592740"/>
                </a:lnTo>
                <a:lnTo>
                  <a:pt x="1171326" y="3643540"/>
                </a:lnTo>
                <a:lnTo>
                  <a:pt x="1162298" y="3694340"/>
                </a:lnTo>
                <a:lnTo>
                  <a:pt x="1152144" y="3745140"/>
                </a:lnTo>
                <a:lnTo>
                  <a:pt x="1141115" y="3795940"/>
                </a:lnTo>
                <a:lnTo>
                  <a:pt x="1128532" y="3834040"/>
                </a:lnTo>
                <a:lnTo>
                  <a:pt x="1114973" y="3884840"/>
                </a:lnTo>
                <a:lnTo>
                  <a:pt x="1101018" y="3922940"/>
                </a:lnTo>
                <a:lnTo>
                  <a:pt x="1087247" y="3973740"/>
                </a:lnTo>
                <a:lnTo>
                  <a:pt x="1122045" y="3973740"/>
                </a:lnTo>
                <a:lnTo>
                  <a:pt x="1159644" y="3935640"/>
                </a:lnTo>
                <a:lnTo>
                  <a:pt x="1195367" y="3897540"/>
                </a:lnTo>
                <a:lnTo>
                  <a:pt x="1228931" y="3859440"/>
                </a:lnTo>
                <a:lnTo>
                  <a:pt x="1260052" y="3821340"/>
                </a:lnTo>
                <a:lnTo>
                  <a:pt x="1288446" y="3783240"/>
                </a:lnTo>
                <a:lnTo>
                  <a:pt x="1313831" y="3745140"/>
                </a:lnTo>
                <a:lnTo>
                  <a:pt x="1335922" y="3694340"/>
                </a:lnTo>
                <a:lnTo>
                  <a:pt x="1354436" y="3643540"/>
                </a:lnTo>
                <a:lnTo>
                  <a:pt x="1369090" y="3605440"/>
                </a:lnTo>
                <a:lnTo>
                  <a:pt x="1379601" y="3541940"/>
                </a:lnTo>
                <a:lnTo>
                  <a:pt x="1384280" y="3516540"/>
                </a:lnTo>
                <a:lnTo>
                  <a:pt x="1388840" y="3478440"/>
                </a:lnTo>
                <a:lnTo>
                  <a:pt x="1391525" y="3465740"/>
                </a:lnTo>
                <a:close/>
              </a:path>
              <a:path w="3028950" h="4342130">
                <a:moveTo>
                  <a:pt x="1826757" y="3135540"/>
                </a:moveTo>
                <a:lnTo>
                  <a:pt x="1611502" y="3135540"/>
                </a:lnTo>
                <a:lnTo>
                  <a:pt x="1604843" y="3186340"/>
                </a:lnTo>
                <a:lnTo>
                  <a:pt x="1597594" y="3249840"/>
                </a:lnTo>
                <a:lnTo>
                  <a:pt x="1590563" y="3300640"/>
                </a:lnTo>
                <a:lnTo>
                  <a:pt x="1584560" y="3351440"/>
                </a:lnTo>
                <a:lnTo>
                  <a:pt x="1580390" y="3414940"/>
                </a:lnTo>
                <a:lnTo>
                  <a:pt x="1578864" y="3465740"/>
                </a:lnTo>
                <a:lnTo>
                  <a:pt x="1577984" y="3516540"/>
                </a:lnTo>
                <a:lnTo>
                  <a:pt x="1575425" y="3567340"/>
                </a:lnTo>
                <a:lnTo>
                  <a:pt x="1571498" y="3618140"/>
                </a:lnTo>
                <a:lnTo>
                  <a:pt x="1566512" y="3668940"/>
                </a:lnTo>
                <a:lnTo>
                  <a:pt x="1560778" y="3719740"/>
                </a:lnTo>
                <a:lnTo>
                  <a:pt x="1554606" y="3783240"/>
                </a:lnTo>
                <a:lnTo>
                  <a:pt x="1601116" y="3757840"/>
                </a:lnTo>
                <a:lnTo>
                  <a:pt x="1629695" y="3732440"/>
                </a:lnTo>
                <a:lnTo>
                  <a:pt x="1658874" y="3681640"/>
                </a:lnTo>
                <a:lnTo>
                  <a:pt x="1680069" y="3630840"/>
                </a:lnTo>
                <a:lnTo>
                  <a:pt x="1700813" y="3592740"/>
                </a:lnTo>
                <a:lnTo>
                  <a:pt x="1720849" y="3541940"/>
                </a:lnTo>
                <a:lnTo>
                  <a:pt x="1739920" y="3491140"/>
                </a:lnTo>
                <a:lnTo>
                  <a:pt x="1757770" y="3440340"/>
                </a:lnTo>
                <a:lnTo>
                  <a:pt x="1774142" y="3402240"/>
                </a:lnTo>
                <a:lnTo>
                  <a:pt x="1788780" y="3351440"/>
                </a:lnTo>
                <a:lnTo>
                  <a:pt x="1801428" y="3300640"/>
                </a:lnTo>
                <a:lnTo>
                  <a:pt x="1811829" y="3249840"/>
                </a:lnTo>
                <a:lnTo>
                  <a:pt x="1819726" y="3199040"/>
                </a:lnTo>
                <a:lnTo>
                  <a:pt x="1824863" y="3148240"/>
                </a:lnTo>
                <a:lnTo>
                  <a:pt x="1826757" y="3135540"/>
                </a:lnTo>
                <a:close/>
              </a:path>
              <a:path w="3028950" h="4342130">
                <a:moveTo>
                  <a:pt x="2411968" y="2652940"/>
                </a:moveTo>
                <a:lnTo>
                  <a:pt x="1472231" y="2652940"/>
                </a:lnTo>
                <a:lnTo>
                  <a:pt x="1520620" y="2665640"/>
                </a:lnTo>
                <a:lnTo>
                  <a:pt x="2179320" y="2665640"/>
                </a:lnTo>
                <a:lnTo>
                  <a:pt x="2162878" y="2703740"/>
                </a:lnTo>
                <a:lnTo>
                  <a:pt x="2149160" y="2754540"/>
                </a:lnTo>
                <a:lnTo>
                  <a:pt x="2137792" y="2805340"/>
                </a:lnTo>
                <a:lnTo>
                  <a:pt x="2128401" y="2843440"/>
                </a:lnTo>
                <a:lnTo>
                  <a:pt x="2120614" y="2894240"/>
                </a:lnTo>
                <a:lnTo>
                  <a:pt x="2114056" y="2945040"/>
                </a:lnTo>
                <a:lnTo>
                  <a:pt x="2108354" y="2995840"/>
                </a:lnTo>
                <a:lnTo>
                  <a:pt x="2103134" y="3033940"/>
                </a:lnTo>
                <a:lnTo>
                  <a:pt x="2098024" y="3084740"/>
                </a:lnTo>
                <a:lnTo>
                  <a:pt x="2092649" y="3135540"/>
                </a:lnTo>
                <a:lnTo>
                  <a:pt x="2086635" y="3173640"/>
                </a:lnTo>
                <a:lnTo>
                  <a:pt x="2079610" y="3224440"/>
                </a:lnTo>
                <a:lnTo>
                  <a:pt x="2071200" y="3275240"/>
                </a:lnTo>
                <a:lnTo>
                  <a:pt x="2061031" y="3313340"/>
                </a:lnTo>
                <a:lnTo>
                  <a:pt x="2048730" y="3364140"/>
                </a:lnTo>
                <a:lnTo>
                  <a:pt x="2033923" y="3414940"/>
                </a:lnTo>
                <a:lnTo>
                  <a:pt x="2016236" y="3453040"/>
                </a:lnTo>
                <a:lnTo>
                  <a:pt x="1995297" y="3503840"/>
                </a:lnTo>
                <a:lnTo>
                  <a:pt x="2038475" y="3491140"/>
                </a:lnTo>
                <a:lnTo>
                  <a:pt x="2093684" y="3465740"/>
                </a:lnTo>
                <a:lnTo>
                  <a:pt x="2135895" y="3389540"/>
                </a:lnTo>
                <a:lnTo>
                  <a:pt x="2161881" y="3351440"/>
                </a:lnTo>
                <a:lnTo>
                  <a:pt x="2214141" y="3249840"/>
                </a:lnTo>
                <a:lnTo>
                  <a:pt x="2239883" y="3211740"/>
                </a:lnTo>
                <a:lnTo>
                  <a:pt x="2265011" y="3160940"/>
                </a:lnTo>
                <a:lnTo>
                  <a:pt x="2289260" y="3110140"/>
                </a:lnTo>
                <a:lnTo>
                  <a:pt x="2312364" y="3059340"/>
                </a:lnTo>
                <a:lnTo>
                  <a:pt x="2334056" y="3021240"/>
                </a:lnTo>
                <a:lnTo>
                  <a:pt x="2354072" y="2970440"/>
                </a:lnTo>
                <a:lnTo>
                  <a:pt x="2369108" y="2919640"/>
                </a:lnTo>
                <a:lnTo>
                  <a:pt x="2380517" y="2881540"/>
                </a:lnTo>
                <a:lnTo>
                  <a:pt x="2389185" y="2830740"/>
                </a:lnTo>
                <a:lnTo>
                  <a:pt x="2395997" y="2779940"/>
                </a:lnTo>
                <a:lnTo>
                  <a:pt x="2401839" y="2729140"/>
                </a:lnTo>
                <a:lnTo>
                  <a:pt x="2407596" y="2678340"/>
                </a:lnTo>
                <a:lnTo>
                  <a:pt x="2411968" y="2652940"/>
                </a:lnTo>
                <a:close/>
              </a:path>
              <a:path w="3028950" h="4342130">
                <a:moveTo>
                  <a:pt x="1306623" y="2957740"/>
                </a:moveTo>
                <a:lnTo>
                  <a:pt x="1168203" y="2957740"/>
                </a:lnTo>
                <a:lnTo>
                  <a:pt x="1073640" y="2983140"/>
                </a:lnTo>
                <a:lnTo>
                  <a:pt x="1025651" y="3008540"/>
                </a:lnTo>
                <a:lnTo>
                  <a:pt x="975336" y="3033940"/>
                </a:lnTo>
                <a:lnTo>
                  <a:pt x="928294" y="3059340"/>
                </a:lnTo>
                <a:lnTo>
                  <a:pt x="886763" y="3097440"/>
                </a:lnTo>
                <a:lnTo>
                  <a:pt x="852980" y="3135540"/>
                </a:lnTo>
                <a:lnTo>
                  <a:pt x="829182" y="3173640"/>
                </a:lnTo>
                <a:lnTo>
                  <a:pt x="1020806" y="3173640"/>
                </a:lnTo>
                <a:lnTo>
                  <a:pt x="1068195" y="3186340"/>
                </a:lnTo>
                <a:lnTo>
                  <a:pt x="1115626" y="3186340"/>
                </a:lnTo>
                <a:lnTo>
                  <a:pt x="1357756" y="3249840"/>
                </a:lnTo>
                <a:lnTo>
                  <a:pt x="1244535" y="3351440"/>
                </a:lnTo>
                <a:lnTo>
                  <a:pt x="1176147" y="3402240"/>
                </a:lnTo>
                <a:lnTo>
                  <a:pt x="1405047" y="3402240"/>
                </a:lnTo>
                <a:lnTo>
                  <a:pt x="1412505" y="3376840"/>
                </a:lnTo>
                <a:lnTo>
                  <a:pt x="1425415" y="3338740"/>
                </a:lnTo>
                <a:lnTo>
                  <a:pt x="1442212" y="3287940"/>
                </a:lnTo>
                <a:lnTo>
                  <a:pt x="1465062" y="3262540"/>
                </a:lnTo>
                <a:lnTo>
                  <a:pt x="1496132" y="3224440"/>
                </a:lnTo>
                <a:lnTo>
                  <a:pt x="1537589" y="3199040"/>
                </a:lnTo>
                <a:lnTo>
                  <a:pt x="1557371" y="3186340"/>
                </a:lnTo>
                <a:lnTo>
                  <a:pt x="1575450" y="3173640"/>
                </a:lnTo>
                <a:lnTo>
                  <a:pt x="1593078" y="3160940"/>
                </a:lnTo>
                <a:lnTo>
                  <a:pt x="1611502" y="3135540"/>
                </a:lnTo>
                <a:lnTo>
                  <a:pt x="1826757" y="3135540"/>
                </a:lnTo>
                <a:lnTo>
                  <a:pt x="1830545" y="3110140"/>
                </a:lnTo>
                <a:lnTo>
                  <a:pt x="1838751" y="3072040"/>
                </a:lnTo>
                <a:lnTo>
                  <a:pt x="1571878" y="3072040"/>
                </a:lnTo>
                <a:lnTo>
                  <a:pt x="1528692" y="3033940"/>
                </a:lnTo>
                <a:lnTo>
                  <a:pt x="1485106" y="3021240"/>
                </a:lnTo>
                <a:lnTo>
                  <a:pt x="1441114" y="2995840"/>
                </a:lnTo>
                <a:lnTo>
                  <a:pt x="1306623" y="2957740"/>
                </a:lnTo>
                <a:close/>
              </a:path>
              <a:path w="3028950" h="4342130">
                <a:moveTo>
                  <a:pt x="2816188" y="2157640"/>
                </a:moveTo>
                <a:lnTo>
                  <a:pt x="2680461" y="2157640"/>
                </a:lnTo>
                <a:lnTo>
                  <a:pt x="2661985" y="2208440"/>
                </a:lnTo>
                <a:lnTo>
                  <a:pt x="2648315" y="2259240"/>
                </a:lnTo>
                <a:lnTo>
                  <a:pt x="2638781" y="2297340"/>
                </a:lnTo>
                <a:lnTo>
                  <a:pt x="2632716" y="2348140"/>
                </a:lnTo>
                <a:lnTo>
                  <a:pt x="2629452" y="2398940"/>
                </a:lnTo>
                <a:lnTo>
                  <a:pt x="2628319" y="2449740"/>
                </a:lnTo>
                <a:lnTo>
                  <a:pt x="2628651" y="2487840"/>
                </a:lnTo>
                <a:lnTo>
                  <a:pt x="2629777" y="2538640"/>
                </a:lnTo>
                <a:lnTo>
                  <a:pt x="2631031" y="2589440"/>
                </a:lnTo>
                <a:lnTo>
                  <a:pt x="2631565" y="2627540"/>
                </a:lnTo>
                <a:lnTo>
                  <a:pt x="2631245" y="2691040"/>
                </a:lnTo>
                <a:lnTo>
                  <a:pt x="2628869" y="2729140"/>
                </a:lnTo>
                <a:lnTo>
                  <a:pt x="2623947" y="2779940"/>
                </a:lnTo>
                <a:lnTo>
                  <a:pt x="2617147" y="2830740"/>
                </a:lnTo>
                <a:lnTo>
                  <a:pt x="2610993" y="2881540"/>
                </a:lnTo>
                <a:lnTo>
                  <a:pt x="2605325" y="2945040"/>
                </a:lnTo>
                <a:lnTo>
                  <a:pt x="2599986" y="2995840"/>
                </a:lnTo>
                <a:lnTo>
                  <a:pt x="2589656" y="3097440"/>
                </a:lnTo>
                <a:lnTo>
                  <a:pt x="2590286" y="3110140"/>
                </a:lnTo>
                <a:lnTo>
                  <a:pt x="2593546" y="3122840"/>
                </a:lnTo>
                <a:lnTo>
                  <a:pt x="2598640" y="3148240"/>
                </a:lnTo>
                <a:lnTo>
                  <a:pt x="2604770" y="3173640"/>
                </a:lnTo>
                <a:lnTo>
                  <a:pt x="2628473" y="3148240"/>
                </a:lnTo>
                <a:lnTo>
                  <a:pt x="2648854" y="3122840"/>
                </a:lnTo>
                <a:lnTo>
                  <a:pt x="2665545" y="3110140"/>
                </a:lnTo>
                <a:lnTo>
                  <a:pt x="2678176" y="3084740"/>
                </a:lnTo>
                <a:lnTo>
                  <a:pt x="2701408" y="3046640"/>
                </a:lnTo>
                <a:lnTo>
                  <a:pt x="2724079" y="2995840"/>
                </a:lnTo>
                <a:lnTo>
                  <a:pt x="2746327" y="2957740"/>
                </a:lnTo>
                <a:lnTo>
                  <a:pt x="2768289" y="2906940"/>
                </a:lnTo>
                <a:lnTo>
                  <a:pt x="2811906" y="2818040"/>
                </a:lnTo>
                <a:lnTo>
                  <a:pt x="2830854" y="2767240"/>
                </a:lnTo>
                <a:lnTo>
                  <a:pt x="2841352" y="2716440"/>
                </a:lnTo>
                <a:lnTo>
                  <a:pt x="2845514" y="2665640"/>
                </a:lnTo>
                <a:lnTo>
                  <a:pt x="2845453" y="2614840"/>
                </a:lnTo>
                <a:lnTo>
                  <a:pt x="2839029" y="2462440"/>
                </a:lnTo>
                <a:lnTo>
                  <a:pt x="2835560" y="2411640"/>
                </a:lnTo>
                <a:lnTo>
                  <a:pt x="2830615" y="2360840"/>
                </a:lnTo>
                <a:lnTo>
                  <a:pt x="2824099" y="2322740"/>
                </a:lnTo>
                <a:lnTo>
                  <a:pt x="2817953" y="2271940"/>
                </a:lnTo>
                <a:lnTo>
                  <a:pt x="2814869" y="2221140"/>
                </a:lnTo>
                <a:lnTo>
                  <a:pt x="2815010" y="2170340"/>
                </a:lnTo>
                <a:lnTo>
                  <a:pt x="2816188" y="2157640"/>
                </a:lnTo>
                <a:close/>
              </a:path>
              <a:path w="3028950" h="4342130">
                <a:moveTo>
                  <a:pt x="2179320" y="2665640"/>
                </a:moveTo>
                <a:lnTo>
                  <a:pt x="1569974" y="2665640"/>
                </a:lnTo>
                <a:lnTo>
                  <a:pt x="1664640" y="2691040"/>
                </a:lnTo>
                <a:lnTo>
                  <a:pt x="1712710" y="2691040"/>
                </a:lnTo>
                <a:lnTo>
                  <a:pt x="1811618" y="2716440"/>
                </a:lnTo>
                <a:lnTo>
                  <a:pt x="1862974" y="2716440"/>
                </a:lnTo>
                <a:lnTo>
                  <a:pt x="1970785" y="2741840"/>
                </a:lnTo>
                <a:lnTo>
                  <a:pt x="1571878" y="3072040"/>
                </a:lnTo>
                <a:lnTo>
                  <a:pt x="1838751" y="3072040"/>
                </a:lnTo>
                <a:lnTo>
                  <a:pt x="1841486" y="3059340"/>
                </a:lnTo>
                <a:lnTo>
                  <a:pt x="1857234" y="3021240"/>
                </a:lnTo>
                <a:lnTo>
                  <a:pt x="1877335" y="2970440"/>
                </a:lnTo>
                <a:lnTo>
                  <a:pt x="1901335" y="2932340"/>
                </a:lnTo>
                <a:lnTo>
                  <a:pt x="1928781" y="2894240"/>
                </a:lnTo>
                <a:lnTo>
                  <a:pt x="1959220" y="2856140"/>
                </a:lnTo>
                <a:lnTo>
                  <a:pt x="1992199" y="2805340"/>
                </a:lnTo>
                <a:lnTo>
                  <a:pt x="2027264" y="2779940"/>
                </a:lnTo>
                <a:lnTo>
                  <a:pt x="2063962" y="2741840"/>
                </a:lnTo>
                <a:lnTo>
                  <a:pt x="2101839" y="2716440"/>
                </a:lnTo>
                <a:lnTo>
                  <a:pt x="2140443" y="2678340"/>
                </a:lnTo>
                <a:lnTo>
                  <a:pt x="2179320" y="2665640"/>
                </a:lnTo>
                <a:close/>
              </a:path>
              <a:path w="3028950" h="4342130">
                <a:moveTo>
                  <a:pt x="1920749" y="2424340"/>
                </a:moveTo>
                <a:lnTo>
                  <a:pt x="1739523" y="2424340"/>
                </a:lnTo>
                <a:lnTo>
                  <a:pt x="1552955" y="2475140"/>
                </a:lnTo>
                <a:lnTo>
                  <a:pt x="1511707" y="2500540"/>
                </a:lnTo>
                <a:lnTo>
                  <a:pt x="1470572" y="2513240"/>
                </a:lnTo>
                <a:lnTo>
                  <a:pt x="1430348" y="2538640"/>
                </a:lnTo>
                <a:lnTo>
                  <a:pt x="1391832" y="2564040"/>
                </a:lnTo>
                <a:lnTo>
                  <a:pt x="1355822" y="2589440"/>
                </a:lnTo>
                <a:lnTo>
                  <a:pt x="1323116" y="2627540"/>
                </a:lnTo>
                <a:lnTo>
                  <a:pt x="1294510" y="2678340"/>
                </a:lnTo>
                <a:lnTo>
                  <a:pt x="1376299" y="2678340"/>
                </a:lnTo>
                <a:lnTo>
                  <a:pt x="1472231" y="2652940"/>
                </a:lnTo>
                <a:lnTo>
                  <a:pt x="2411968" y="2652940"/>
                </a:lnTo>
                <a:lnTo>
                  <a:pt x="2414154" y="2640240"/>
                </a:lnTo>
                <a:lnTo>
                  <a:pt x="2422398" y="2589440"/>
                </a:lnTo>
                <a:lnTo>
                  <a:pt x="2430875" y="2551340"/>
                </a:lnTo>
                <a:lnTo>
                  <a:pt x="2183003" y="2551340"/>
                </a:lnTo>
                <a:lnTo>
                  <a:pt x="2009421" y="2449740"/>
                </a:lnTo>
                <a:lnTo>
                  <a:pt x="1920749" y="2424340"/>
                </a:lnTo>
                <a:close/>
              </a:path>
              <a:path w="3028950" h="4342130">
                <a:moveTo>
                  <a:pt x="2574186" y="2246540"/>
                </a:moveTo>
                <a:lnTo>
                  <a:pt x="2485517" y="2246540"/>
                </a:lnTo>
                <a:lnTo>
                  <a:pt x="2405977" y="2322740"/>
                </a:lnTo>
                <a:lnTo>
                  <a:pt x="2183003" y="2551340"/>
                </a:lnTo>
                <a:lnTo>
                  <a:pt x="2430875" y="2551340"/>
                </a:lnTo>
                <a:lnTo>
                  <a:pt x="2433700" y="2538640"/>
                </a:lnTo>
                <a:lnTo>
                  <a:pt x="2447395" y="2487840"/>
                </a:lnTo>
                <a:lnTo>
                  <a:pt x="2463794" y="2437040"/>
                </a:lnTo>
                <a:lnTo>
                  <a:pt x="2483207" y="2386240"/>
                </a:lnTo>
                <a:lnTo>
                  <a:pt x="2505948" y="2348140"/>
                </a:lnTo>
                <a:lnTo>
                  <a:pt x="2532327" y="2310040"/>
                </a:lnTo>
                <a:lnTo>
                  <a:pt x="2562656" y="2259240"/>
                </a:lnTo>
                <a:lnTo>
                  <a:pt x="2574186" y="2246540"/>
                </a:lnTo>
                <a:close/>
              </a:path>
              <a:path w="3028950" h="4342130">
                <a:moveTo>
                  <a:pt x="2460981" y="2030640"/>
                </a:moveTo>
                <a:lnTo>
                  <a:pt x="2128771" y="2030640"/>
                </a:lnTo>
                <a:lnTo>
                  <a:pt x="1945603" y="2081440"/>
                </a:lnTo>
                <a:lnTo>
                  <a:pt x="1900334" y="2106840"/>
                </a:lnTo>
                <a:lnTo>
                  <a:pt x="1810257" y="2132240"/>
                </a:lnTo>
                <a:lnTo>
                  <a:pt x="1768341" y="2157640"/>
                </a:lnTo>
                <a:lnTo>
                  <a:pt x="1728522" y="2183040"/>
                </a:lnTo>
                <a:lnTo>
                  <a:pt x="1690764" y="2208440"/>
                </a:lnTo>
                <a:lnTo>
                  <a:pt x="1655029" y="2246540"/>
                </a:lnTo>
                <a:lnTo>
                  <a:pt x="1621281" y="2297340"/>
                </a:lnTo>
                <a:lnTo>
                  <a:pt x="1667922" y="2297340"/>
                </a:lnTo>
                <a:lnTo>
                  <a:pt x="1685861" y="2310040"/>
                </a:lnTo>
                <a:lnTo>
                  <a:pt x="1701038" y="2310040"/>
                </a:lnTo>
                <a:lnTo>
                  <a:pt x="1846147" y="2271940"/>
                </a:lnTo>
                <a:lnTo>
                  <a:pt x="1894862" y="2271940"/>
                </a:lnTo>
                <a:lnTo>
                  <a:pt x="1943721" y="2259240"/>
                </a:lnTo>
                <a:lnTo>
                  <a:pt x="2375988" y="2259240"/>
                </a:lnTo>
                <a:lnTo>
                  <a:pt x="2428033" y="2246540"/>
                </a:lnTo>
                <a:lnTo>
                  <a:pt x="2574186" y="2246540"/>
                </a:lnTo>
                <a:lnTo>
                  <a:pt x="2597247" y="2221140"/>
                </a:lnTo>
                <a:lnTo>
                  <a:pt x="2636412" y="2195740"/>
                </a:lnTo>
                <a:lnTo>
                  <a:pt x="2680461" y="2157640"/>
                </a:lnTo>
                <a:lnTo>
                  <a:pt x="2816188" y="2157640"/>
                </a:lnTo>
                <a:lnTo>
                  <a:pt x="2818543" y="2132240"/>
                </a:lnTo>
                <a:lnTo>
                  <a:pt x="2825635" y="2081440"/>
                </a:lnTo>
                <a:lnTo>
                  <a:pt x="2832844" y="2056040"/>
                </a:lnTo>
                <a:lnTo>
                  <a:pt x="2528907" y="2056040"/>
                </a:lnTo>
                <a:lnTo>
                  <a:pt x="2510028" y="2043340"/>
                </a:lnTo>
                <a:lnTo>
                  <a:pt x="2460981" y="2030640"/>
                </a:lnTo>
                <a:close/>
              </a:path>
              <a:path w="3028950" h="4342130">
                <a:moveTo>
                  <a:pt x="2976605" y="1814740"/>
                </a:moveTo>
                <a:lnTo>
                  <a:pt x="2892425" y="1814740"/>
                </a:lnTo>
                <a:lnTo>
                  <a:pt x="2827937" y="1890940"/>
                </a:lnTo>
                <a:lnTo>
                  <a:pt x="2795270" y="1929040"/>
                </a:lnTo>
                <a:lnTo>
                  <a:pt x="2761840" y="1967140"/>
                </a:lnTo>
                <a:lnTo>
                  <a:pt x="2727289" y="2005240"/>
                </a:lnTo>
                <a:lnTo>
                  <a:pt x="2691256" y="2030640"/>
                </a:lnTo>
                <a:lnTo>
                  <a:pt x="2669139" y="2043340"/>
                </a:lnTo>
                <a:lnTo>
                  <a:pt x="2642806" y="2043340"/>
                </a:lnTo>
                <a:lnTo>
                  <a:pt x="2614568" y="2056040"/>
                </a:lnTo>
                <a:lnTo>
                  <a:pt x="2832844" y="2056040"/>
                </a:lnTo>
                <a:lnTo>
                  <a:pt x="2836449" y="2043340"/>
                </a:lnTo>
                <a:lnTo>
                  <a:pt x="2851153" y="1992540"/>
                </a:lnTo>
                <a:lnTo>
                  <a:pt x="2869913" y="1954440"/>
                </a:lnTo>
                <a:lnTo>
                  <a:pt x="2892893" y="1916340"/>
                </a:lnTo>
                <a:lnTo>
                  <a:pt x="2920260" y="1878240"/>
                </a:lnTo>
                <a:lnTo>
                  <a:pt x="2952179" y="1840140"/>
                </a:lnTo>
                <a:lnTo>
                  <a:pt x="2976605" y="1814740"/>
                </a:lnTo>
                <a:close/>
              </a:path>
              <a:path w="3028950" h="4342130">
                <a:moveTo>
                  <a:pt x="2364197" y="2017940"/>
                </a:moveTo>
                <a:lnTo>
                  <a:pt x="2221939" y="2017940"/>
                </a:lnTo>
                <a:lnTo>
                  <a:pt x="2175203" y="2030640"/>
                </a:lnTo>
                <a:lnTo>
                  <a:pt x="2412379" y="2030640"/>
                </a:lnTo>
                <a:lnTo>
                  <a:pt x="2364197" y="2017940"/>
                </a:lnTo>
                <a:close/>
              </a:path>
              <a:path w="3028950" h="4342130">
                <a:moveTo>
                  <a:pt x="3028950" y="1586140"/>
                </a:moveTo>
                <a:lnTo>
                  <a:pt x="2962402" y="1598840"/>
                </a:lnTo>
                <a:lnTo>
                  <a:pt x="2913371" y="1611540"/>
                </a:lnTo>
                <a:lnTo>
                  <a:pt x="2513682" y="1611540"/>
                </a:lnTo>
                <a:lnTo>
                  <a:pt x="2465955" y="1624240"/>
                </a:lnTo>
                <a:lnTo>
                  <a:pt x="2419432" y="1624240"/>
                </a:lnTo>
                <a:lnTo>
                  <a:pt x="2374065" y="1636940"/>
                </a:lnTo>
                <a:lnTo>
                  <a:pt x="2329804" y="1662340"/>
                </a:lnTo>
                <a:lnTo>
                  <a:pt x="2286600" y="1675040"/>
                </a:lnTo>
                <a:lnTo>
                  <a:pt x="2244402" y="1700440"/>
                </a:lnTo>
                <a:lnTo>
                  <a:pt x="2203161" y="1713140"/>
                </a:lnTo>
                <a:lnTo>
                  <a:pt x="2162829" y="1738540"/>
                </a:lnTo>
                <a:lnTo>
                  <a:pt x="2123355" y="1763940"/>
                </a:lnTo>
                <a:lnTo>
                  <a:pt x="2084690" y="1802040"/>
                </a:lnTo>
                <a:lnTo>
                  <a:pt x="2046785" y="1827440"/>
                </a:lnTo>
                <a:lnTo>
                  <a:pt x="2009589" y="1852840"/>
                </a:lnTo>
                <a:lnTo>
                  <a:pt x="1973054" y="1890940"/>
                </a:lnTo>
                <a:lnTo>
                  <a:pt x="1937130" y="1929040"/>
                </a:lnTo>
                <a:lnTo>
                  <a:pt x="1931094" y="1929040"/>
                </a:lnTo>
                <a:lnTo>
                  <a:pt x="1926081" y="1941740"/>
                </a:lnTo>
                <a:lnTo>
                  <a:pt x="1920593" y="1954440"/>
                </a:lnTo>
                <a:lnTo>
                  <a:pt x="1913127" y="1979840"/>
                </a:lnTo>
                <a:lnTo>
                  <a:pt x="1988184" y="1979840"/>
                </a:lnTo>
                <a:lnTo>
                  <a:pt x="2036179" y="1954440"/>
                </a:lnTo>
                <a:lnTo>
                  <a:pt x="2282896" y="1890940"/>
                </a:lnTo>
                <a:lnTo>
                  <a:pt x="2333193" y="1890940"/>
                </a:lnTo>
                <a:lnTo>
                  <a:pt x="2383676" y="1878240"/>
                </a:lnTo>
                <a:lnTo>
                  <a:pt x="2434289" y="1878240"/>
                </a:lnTo>
                <a:lnTo>
                  <a:pt x="2484974" y="1865540"/>
                </a:lnTo>
                <a:lnTo>
                  <a:pt x="2586336" y="1865540"/>
                </a:lnTo>
                <a:lnTo>
                  <a:pt x="2636901" y="1852840"/>
                </a:lnTo>
                <a:lnTo>
                  <a:pt x="2684835" y="1852840"/>
                </a:lnTo>
                <a:lnTo>
                  <a:pt x="2783753" y="1827440"/>
                </a:lnTo>
                <a:lnTo>
                  <a:pt x="2836443" y="1827440"/>
                </a:lnTo>
                <a:lnTo>
                  <a:pt x="2892425" y="1814740"/>
                </a:lnTo>
                <a:lnTo>
                  <a:pt x="2976605" y="1814740"/>
                </a:lnTo>
                <a:lnTo>
                  <a:pt x="2988818" y="1802040"/>
                </a:lnTo>
                <a:lnTo>
                  <a:pt x="3028950" y="1763940"/>
                </a:lnTo>
                <a:lnTo>
                  <a:pt x="3028950" y="1586140"/>
                </a:lnTo>
                <a:close/>
              </a:path>
              <a:path w="3028950" h="4342130">
                <a:moveTo>
                  <a:pt x="3028950" y="1092580"/>
                </a:moveTo>
                <a:lnTo>
                  <a:pt x="2918332" y="1105789"/>
                </a:lnTo>
                <a:lnTo>
                  <a:pt x="2871311" y="1115380"/>
                </a:lnTo>
                <a:lnTo>
                  <a:pt x="2824880" y="1126698"/>
                </a:lnTo>
                <a:lnTo>
                  <a:pt x="2779026" y="1139730"/>
                </a:lnTo>
                <a:lnTo>
                  <a:pt x="2733737" y="1154465"/>
                </a:lnTo>
                <a:lnTo>
                  <a:pt x="2689002" y="1170892"/>
                </a:lnTo>
                <a:lnTo>
                  <a:pt x="2644808" y="1188999"/>
                </a:lnTo>
                <a:lnTo>
                  <a:pt x="2601143" y="1208775"/>
                </a:lnTo>
                <a:lnTo>
                  <a:pt x="2557994" y="1230208"/>
                </a:lnTo>
                <a:lnTo>
                  <a:pt x="2515350" y="1253287"/>
                </a:lnTo>
                <a:lnTo>
                  <a:pt x="2435044" y="1300599"/>
                </a:lnTo>
                <a:lnTo>
                  <a:pt x="2396950" y="1323721"/>
                </a:lnTo>
                <a:lnTo>
                  <a:pt x="2360308" y="1348652"/>
                </a:lnTo>
                <a:lnTo>
                  <a:pt x="2326513" y="1376680"/>
                </a:lnTo>
                <a:lnTo>
                  <a:pt x="2294480" y="1407752"/>
                </a:lnTo>
                <a:lnTo>
                  <a:pt x="2265538" y="1441677"/>
                </a:lnTo>
                <a:lnTo>
                  <a:pt x="2244180" y="1480272"/>
                </a:lnTo>
                <a:lnTo>
                  <a:pt x="2234898" y="1525353"/>
                </a:lnTo>
                <a:lnTo>
                  <a:pt x="2242184" y="1578737"/>
                </a:lnTo>
                <a:lnTo>
                  <a:pt x="2256635" y="1574278"/>
                </a:lnTo>
                <a:lnTo>
                  <a:pt x="2269204" y="1570783"/>
                </a:lnTo>
                <a:lnTo>
                  <a:pt x="2279725" y="1567074"/>
                </a:lnTo>
                <a:lnTo>
                  <a:pt x="2288031" y="1561973"/>
                </a:lnTo>
                <a:lnTo>
                  <a:pt x="2329407" y="1528820"/>
                </a:lnTo>
                <a:lnTo>
                  <a:pt x="2372440" y="1500340"/>
                </a:lnTo>
                <a:lnTo>
                  <a:pt x="2416987" y="1476132"/>
                </a:lnTo>
                <a:lnTo>
                  <a:pt x="2462907" y="1455794"/>
                </a:lnTo>
                <a:lnTo>
                  <a:pt x="2510059" y="1438925"/>
                </a:lnTo>
                <a:lnTo>
                  <a:pt x="2558301" y="1425123"/>
                </a:lnTo>
                <a:lnTo>
                  <a:pt x="2607490" y="1413987"/>
                </a:lnTo>
                <a:lnTo>
                  <a:pt x="2657486" y="1405114"/>
                </a:lnTo>
                <a:lnTo>
                  <a:pt x="2708146" y="1398104"/>
                </a:lnTo>
                <a:lnTo>
                  <a:pt x="2759329" y="1392555"/>
                </a:lnTo>
                <a:lnTo>
                  <a:pt x="2836354" y="1384871"/>
                </a:lnTo>
                <a:lnTo>
                  <a:pt x="2874736" y="1380517"/>
                </a:lnTo>
                <a:lnTo>
                  <a:pt x="2912999" y="1375664"/>
                </a:lnTo>
                <a:lnTo>
                  <a:pt x="3028950" y="1355344"/>
                </a:lnTo>
                <a:lnTo>
                  <a:pt x="3028950" y="1092580"/>
                </a:lnTo>
                <a:close/>
              </a:path>
              <a:path w="3028950" h="4342130">
                <a:moveTo>
                  <a:pt x="3028950" y="608584"/>
                </a:moveTo>
                <a:lnTo>
                  <a:pt x="2964858" y="620704"/>
                </a:lnTo>
                <a:lnTo>
                  <a:pt x="2904763" y="642278"/>
                </a:lnTo>
                <a:lnTo>
                  <a:pt x="2828169" y="681123"/>
                </a:lnTo>
                <a:lnTo>
                  <a:pt x="2782656" y="707606"/>
                </a:lnTo>
                <a:lnTo>
                  <a:pt x="2738506" y="735687"/>
                </a:lnTo>
                <a:lnTo>
                  <a:pt x="2695741" y="765397"/>
                </a:lnTo>
                <a:lnTo>
                  <a:pt x="2654380" y="796768"/>
                </a:lnTo>
                <a:lnTo>
                  <a:pt x="2614446" y="829829"/>
                </a:lnTo>
                <a:lnTo>
                  <a:pt x="2575957" y="864613"/>
                </a:lnTo>
                <a:lnTo>
                  <a:pt x="2538935" y="901150"/>
                </a:lnTo>
                <a:lnTo>
                  <a:pt x="2503400" y="939471"/>
                </a:lnTo>
                <a:lnTo>
                  <a:pt x="2469374" y="979606"/>
                </a:lnTo>
                <a:lnTo>
                  <a:pt x="2436876" y="1021588"/>
                </a:lnTo>
                <a:lnTo>
                  <a:pt x="2418206" y="1060830"/>
                </a:lnTo>
                <a:lnTo>
                  <a:pt x="2417921" y="1065732"/>
                </a:lnTo>
                <a:lnTo>
                  <a:pt x="2419730" y="1072610"/>
                </a:lnTo>
                <a:lnTo>
                  <a:pt x="2423064" y="1082583"/>
                </a:lnTo>
                <a:lnTo>
                  <a:pt x="2427351" y="1096772"/>
                </a:lnTo>
                <a:lnTo>
                  <a:pt x="2446952" y="1087814"/>
                </a:lnTo>
                <a:lnTo>
                  <a:pt x="2466244" y="1079690"/>
                </a:lnTo>
                <a:lnTo>
                  <a:pt x="2483965" y="1070804"/>
                </a:lnTo>
                <a:lnTo>
                  <a:pt x="2498852" y="1059561"/>
                </a:lnTo>
                <a:lnTo>
                  <a:pt x="2539189" y="1023885"/>
                </a:lnTo>
                <a:lnTo>
                  <a:pt x="2582144" y="993423"/>
                </a:lnTo>
                <a:lnTo>
                  <a:pt x="2627377" y="967744"/>
                </a:lnTo>
                <a:lnTo>
                  <a:pt x="2674553" y="946417"/>
                </a:lnTo>
                <a:lnTo>
                  <a:pt x="2723332" y="929012"/>
                </a:lnTo>
                <a:lnTo>
                  <a:pt x="2773378" y="915096"/>
                </a:lnTo>
                <a:lnTo>
                  <a:pt x="2824353" y="904239"/>
                </a:lnTo>
                <a:lnTo>
                  <a:pt x="3028950" y="872109"/>
                </a:lnTo>
                <a:lnTo>
                  <a:pt x="3028950" y="608584"/>
                </a:lnTo>
                <a:close/>
              </a:path>
              <a:path w="3028950" h="4342130">
                <a:moveTo>
                  <a:pt x="3028950" y="250189"/>
                </a:moveTo>
                <a:lnTo>
                  <a:pt x="2933827" y="313944"/>
                </a:lnTo>
                <a:lnTo>
                  <a:pt x="2892643" y="344207"/>
                </a:lnTo>
                <a:lnTo>
                  <a:pt x="2851721" y="374888"/>
                </a:lnTo>
                <a:lnTo>
                  <a:pt x="2770378" y="436879"/>
                </a:lnTo>
                <a:lnTo>
                  <a:pt x="2735579" y="479520"/>
                </a:lnTo>
                <a:lnTo>
                  <a:pt x="2721086" y="504817"/>
                </a:lnTo>
                <a:lnTo>
                  <a:pt x="2706116" y="529589"/>
                </a:lnTo>
                <a:lnTo>
                  <a:pt x="2711196" y="535432"/>
                </a:lnTo>
                <a:lnTo>
                  <a:pt x="2716276" y="541147"/>
                </a:lnTo>
                <a:lnTo>
                  <a:pt x="2721355" y="546988"/>
                </a:lnTo>
                <a:lnTo>
                  <a:pt x="2735921" y="544314"/>
                </a:lnTo>
                <a:lnTo>
                  <a:pt x="2751010" y="542163"/>
                </a:lnTo>
                <a:lnTo>
                  <a:pt x="2764861" y="538773"/>
                </a:lnTo>
                <a:lnTo>
                  <a:pt x="2775711" y="532384"/>
                </a:lnTo>
                <a:lnTo>
                  <a:pt x="2812104" y="500130"/>
                </a:lnTo>
                <a:lnTo>
                  <a:pt x="2850444" y="472265"/>
                </a:lnTo>
                <a:lnTo>
                  <a:pt x="2890583" y="448500"/>
                </a:lnTo>
                <a:lnTo>
                  <a:pt x="2932373" y="428545"/>
                </a:lnTo>
                <a:lnTo>
                  <a:pt x="2975666" y="412110"/>
                </a:lnTo>
                <a:lnTo>
                  <a:pt x="3020314" y="398907"/>
                </a:lnTo>
                <a:lnTo>
                  <a:pt x="3028950" y="397255"/>
                </a:lnTo>
                <a:lnTo>
                  <a:pt x="3028950" y="250189"/>
                </a:lnTo>
                <a:close/>
              </a:path>
              <a:path w="3028950" h="4342130">
                <a:moveTo>
                  <a:pt x="2974744" y="165056"/>
                </a:moveTo>
                <a:lnTo>
                  <a:pt x="2938222" y="165056"/>
                </a:lnTo>
                <a:lnTo>
                  <a:pt x="2960227" y="165766"/>
                </a:lnTo>
                <a:lnTo>
                  <a:pt x="2974744" y="165056"/>
                </a:lnTo>
                <a:close/>
              </a:path>
              <a:path w="3028950" h="4342130">
                <a:moveTo>
                  <a:pt x="3028950" y="0"/>
                </a:moveTo>
                <a:lnTo>
                  <a:pt x="2993469" y="39909"/>
                </a:lnTo>
                <a:lnTo>
                  <a:pt x="2959734" y="81407"/>
                </a:lnTo>
                <a:lnTo>
                  <a:pt x="2938732" y="115363"/>
                </a:lnTo>
                <a:lnTo>
                  <a:pt x="2926855" y="137717"/>
                </a:lnTo>
                <a:lnTo>
                  <a:pt x="2911729" y="165226"/>
                </a:lnTo>
                <a:lnTo>
                  <a:pt x="2974744" y="165056"/>
                </a:lnTo>
                <a:lnTo>
                  <a:pt x="2977826" y="164905"/>
                </a:lnTo>
                <a:lnTo>
                  <a:pt x="2991104" y="160020"/>
                </a:lnTo>
                <a:lnTo>
                  <a:pt x="3028950" y="137413"/>
                </a:lnTo>
                <a:lnTo>
                  <a:pt x="3028950" y="0"/>
                </a:lnTo>
                <a:close/>
              </a:path>
            </a:pathLst>
          </a:custGeom>
          <a:solidFill>
            <a:srgbClr val="5D6A76">
              <a:alpha val="10195"/>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4" name="Holder 4"/>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5" name="Holder 5"/>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571998"/>
            <a:ext cx="12192000" cy="2286000"/>
          </a:xfrm>
          <a:custGeom>
            <a:avLst/>
            <a:gdLst/>
            <a:ahLst/>
            <a:cxnLst/>
            <a:rect l="l" t="t" r="r" b="b"/>
            <a:pathLst>
              <a:path w="12192000" h="2286000">
                <a:moveTo>
                  <a:pt x="12192000" y="0"/>
                </a:moveTo>
                <a:lnTo>
                  <a:pt x="0" y="0"/>
                </a:lnTo>
                <a:lnTo>
                  <a:pt x="0" y="2285999"/>
                </a:lnTo>
                <a:lnTo>
                  <a:pt x="12192000" y="2285999"/>
                </a:lnTo>
                <a:lnTo>
                  <a:pt x="12192000" y="0"/>
                </a:lnTo>
                <a:close/>
              </a:path>
            </a:pathLst>
          </a:custGeom>
          <a:solidFill>
            <a:srgbClr val="E36C09"/>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04775" y="180975"/>
            <a:ext cx="1933575" cy="1416843"/>
          </a:xfrm>
          <a:prstGeom prst="rect">
            <a:avLst/>
          </a:prstGeom>
        </p:spPr>
      </p:pic>
      <p:sp>
        <p:nvSpPr>
          <p:cNvPr id="2" name="Holder 2"/>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3" name="Holder 3"/>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4" name="Holder 4"/>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DBD0"/>
          </a:solidFill>
        </p:spPr>
        <p:txBody>
          <a:bodyPr wrap="square" lIns="0" tIns="0" rIns="0" bIns="0" rtlCol="0"/>
          <a:lstStyle/>
          <a:p>
            <a:endParaRPr/>
          </a:p>
        </p:txBody>
      </p:sp>
      <p:sp>
        <p:nvSpPr>
          <p:cNvPr id="17" name="bg object 17"/>
          <p:cNvSpPr/>
          <p:nvPr/>
        </p:nvSpPr>
        <p:spPr>
          <a:xfrm>
            <a:off x="0" y="6324600"/>
            <a:ext cx="12192000" cy="0"/>
          </a:xfrm>
          <a:custGeom>
            <a:avLst/>
            <a:gdLst/>
            <a:ahLst/>
            <a:cxnLst/>
            <a:rect l="l" t="t" r="r" b="b"/>
            <a:pathLst>
              <a:path w="12192000">
                <a:moveTo>
                  <a:pt x="0" y="0"/>
                </a:moveTo>
                <a:lnTo>
                  <a:pt x="12192000" y="0"/>
                </a:lnTo>
              </a:path>
            </a:pathLst>
          </a:custGeom>
          <a:ln w="15875">
            <a:solidFill>
              <a:srgbClr val="533D34"/>
            </a:solidFill>
          </a:ln>
        </p:spPr>
        <p:txBody>
          <a:bodyPr wrap="square" lIns="0" tIns="0" rIns="0" bIns="0" rtlCol="0"/>
          <a:lstStyle/>
          <a:p>
            <a:endParaRPr/>
          </a:p>
        </p:txBody>
      </p:sp>
      <p:sp>
        <p:nvSpPr>
          <p:cNvPr id="18" name="bg object 18"/>
          <p:cNvSpPr/>
          <p:nvPr/>
        </p:nvSpPr>
        <p:spPr>
          <a:xfrm>
            <a:off x="0" y="0"/>
            <a:ext cx="4305300" cy="6096000"/>
          </a:xfrm>
          <a:custGeom>
            <a:avLst/>
            <a:gdLst/>
            <a:ahLst/>
            <a:cxnLst/>
            <a:rect l="l" t="t" r="r" b="b"/>
            <a:pathLst>
              <a:path w="4305300" h="6096000">
                <a:moveTo>
                  <a:pt x="4229862" y="0"/>
                </a:moveTo>
                <a:lnTo>
                  <a:pt x="0" y="0"/>
                </a:lnTo>
                <a:lnTo>
                  <a:pt x="0" y="6095923"/>
                </a:lnTo>
                <a:lnTo>
                  <a:pt x="4753" y="6096000"/>
                </a:lnTo>
                <a:lnTo>
                  <a:pt x="60840" y="6093569"/>
                </a:lnTo>
                <a:lnTo>
                  <a:pt x="116683" y="6088835"/>
                </a:lnTo>
                <a:lnTo>
                  <a:pt x="172197" y="6081954"/>
                </a:lnTo>
                <a:lnTo>
                  <a:pt x="227291" y="6073082"/>
                </a:lnTo>
                <a:lnTo>
                  <a:pt x="281880" y="6062376"/>
                </a:lnTo>
                <a:lnTo>
                  <a:pt x="335875" y="6049993"/>
                </a:lnTo>
                <a:lnTo>
                  <a:pt x="389188" y="6036090"/>
                </a:lnTo>
                <a:lnTo>
                  <a:pt x="441732" y="6020823"/>
                </a:lnTo>
                <a:lnTo>
                  <a:pt x="493419" y="6004349"/>
                </a:lnTo>
                <a:lnTo>
                  <a:pt x="544161" y="5986824"/>
                </a:lnTo>
                <a:lnTo>
                  <a:pt x="593871" y="5968406"/>
                </a:lnTo>
                <a:lnTo>
                  <a:pt x="642460" y="5949251"/>
                </a:lnTo>
                <a:lnTo>
                  <a:pt x="689841" y="5929516"/>
                </a:lnTo>
                <a:lnTo>
                  <a:pt x="735926" y="5909358"/>
                </a:lnTo>
                <a:lnTo>
                  <a:pt x="780627" y="5888933"/>
                </a:lnTo>
                <a:lnTo>
                  <a:pt x="823857" y="5868397"/>
                </a:lnTo>
                <a:lnTo>
                  <a:pt x="865528" y="5847909"/>
                </a:lnTo>
                <a:lnTo>
                  <a:pt x="905552" y="5827624"/>
                </a:lnTo>
                <a:lnTo>
                  <a:pt x="943842" y="5807699"/>
                </a:lnTo>
                <a:lnTo>
                  <a:pt x="980309" y="5788291"/>
                </a:lnTo>
                <a:lnTo>
                  <a:pt x="1047426" y="5751652"/>
                </a:lnTo>
                <a:lnTo>
                  <a:pt x="1113521" y="5714674"/>
                </a:lnTo>
                <a:lnTo>
                  <a:pt x="1149183" y="5694142"/>
                </a:lnTo>
                <a:lnTo>
                  <a:pt x="1184882" y="5673141"/>
                </a:lnTo>
                <a:lnTo>
                  <a:pt x="1220612" y="5651677"/>
                </a:lnTo>
                <a:lnTo>
                  <a:pt x="1256369" y="5629754"/>
                </a:lnTo>
                <a:lnTo>
                  <a:pt x="1292148" y="5607377"/>
                </a:lnTo>
                <a:lnTo>
                  <a:pt x="1327944" y="5584549"/>
                </a:lnTo>
                <a:lnTo>
                  <a:pt x="1363751" y="5561275"/>
                </a:lnTo>
                <a:lnTo>
                  <a:pt x="1399566" y="5537559"/>
                </a:lnTo>
                <a:lnTo>
                  <a:pt x="1435382" y="5513406"/>
                </a:lnTo>
                <a:lnTo>
                  <a:pt x="1471196" y="5488819"/>
                </a:lnTo>
                <a:lnTo>
                  <a:pt x="1507002" y="5463804"/>
                </a:lnTo>
                <a:lnTo>
                  <a:pt x="1542796" y="5438365"/>
                </a:lnTo>
                <a:lnTo>
                  <a:pt x="1578573" y="5412505"/>
                </a:lnTo>
                <a:lnTo>
                  <a:pt x="1614327" y="5386229"/>
                </a:lnTo>
                <a:lnTo>
                  <a:pt x="1650054" y="5359542"/>
                </a:lnTo>
                <a:lnTo>
                  <a:pt x="1685748" y="5332448"/>
                </a:lnTo>
                <a:lnTo>
                  <a:pt x="1721406" y="5304951"/>
                </a:lnTo>
                <a:lnTo>
                  <a:pt x="1757022" y="5277055"/>
                </a:lnTo>
                <a:lnTo>
                  <a:pt x="1792591" y="5248765"/>
                </a:lnTo>
                <a:lnTo>
                  <a:pt x="1828109" y="5220085"/>
                </a:lnTo>
                <a:lnTo>
                  <a:pt x="1863570" y="5191020"/>
                </a:lnTo>
                <a:lnTo>
                  <a:pt x="1898970" y="5161573"/>
                </a:lnTo>
                <a:lnTo>
                  <a:pt x="1934303" y="5131749"/>
                </a:lnTo>
                <a:lnTo>
                  <a:pt x="1969565" y="5101553"/>
                </a:lnTo>
                <a:lnTo>
                  <a:pt x="2004751" y="5070988"/>
                </a:lnTo>
                <a:lnTo>
                  <a:pt x="2039856" y="5040059"/>
                </a:lnTo>
                <a:lnTo>
                  <a:pt x="2074875" y="5008771"/>
                </a:lnTo>
                <a:lnTo>
                  <a:pt x="2109804" y="4977127"/>
                </a:lnTo>
                <a:lnTo>
                  <a:pt x="2144637" y="4945132"/>
                </a:lnTo>
                <a:lnTo>
                  <a:pt x="2179369" y="4912790"/>
                </a:lnTo>
                <a:lnTo>
                  <a:pt x="2213996" y="4880106"/>
                </a:lnTo>
                <a:lnTo>
                  <a:pt x="2248512" y="4847084"/>
                </a:lnTo>
                <a:lnTo>
                  <a:pt x="2282913" y="4813728"/>
                </a:lnTo>
                <a:lnTo>
                  <a:pt x="2317195" y="4780042"/>
                </a:lnTo>
                <a:lnTo>
                  <a:pt x="2351351" y="4746032"/>
                </a:lnTo>
                <a:lnTo>
                  <a:pt x="2385377" y="4711700"/>
                </a:lnTo>
                <a:lnTo>
                  <a:pt x="2419269" y="4677052"/>
                </a:lnTo>
                <a:lnTo>
                  <a:pt x="2453020" y="4642092"/>
                </a:lnTo>
                <a:lnTo>
                  <a:pt x="2486628" y="4606824"/>
                </a:lnTo>
                <a:lnTo>
                  <a:pt x="2520086" y="4571252"/>
                </a:lnTo>
                <a:lnTo>
                  <a:pt x="2553389" y="4535381"/>
                </a:lnTo>
                <a:lnTo>
                  <a:pt x="2586533" y="4499215"/>
                </a:lnTo>
                <a:lnTo>
                  <a:pt x="2619514" y="4462759"/>
                </a:lnTo>
                <a:lnTo>
                  <a:pt x="2652325" y="4426016"/>
                </a:lnTo>
                <a:lnTo>
                  <a:pt x="2684962" y="4388991"/>
                </a:lnTo>
                <a:lnTo>
                  <a:pt x="2717421" y="4351689"/>
                </a:lnTo>
                <a:lnTo>
                  <a:pt x="2749695" y="4314113"/>
                </a:lnTo>
                <a:lnTo>
                  <a:pt x="2781782" y="4276268"/>
                </a:lnTo>
                <a:lnTo>
                  <a:pt x="2813674" y="4238159"/>
                </a:lnTo>
                <a:lnTo>
                  <a:pt x="2845369" y="4199789"/>
                </a:lnTo>
                <a:lnTo>
                  <a:pt x="2876860" y="4161163"/>
                </a:lnTo>
                <a:lnTo>
                  <a:pt x="2908143" y="4122285"/>
                </a:lnTo>
                <a:lnTo>
                  <a:pt x="2939213" y="4083160"/>
                </a:lnTo>
                <a:lnTo>
                  <a:pt x="2970066" y="4043792"/>
                </a:lnTo>
                <a:lnTo>
                  <a:pt x="3000695" y="4004185"/>
                </a:lnTo>
                <a:lnTo>
                  <a:pt x="3031097" y="3964343"/>
                </a:lnTo>
                <a:lnTo>
                  <a:pt x="3061266" y="3924272"/>
                </a:lnTo>
                <a:lnTo>
                  <a:pt x="3091197" y="3883974"/>
                </a:lnTo>
                <a:lnTo>
                  <a:pt x="3120887" y="3843455"/>
                </a:lnTo>
                <a:lnTo>
                  <a:pt x="3150329" y="3802719"/>
                </a:lnTo>
                <a:lnTo>
                  <a:pt x="3179519" y="3761770"/>
                </a:lnTo>
                <a:lnTo>
                  <a:pt x="3208452" y="3720612"/>
                </a:lnTo>
                <a:lnTo>
                  <a:pt x="3237123" y="3679250"/>
                </a:lnTo>
                <a:lnTo>
                  <a:pt x="3265527" y="3637688"/>
                </a:lnTo>
                <a:lnTo>
                  <a:pt x="3293659" y="3595931"/>
                </a:lnTo>
                <a:lnTo>
                  <a:pt x="3321515" y="3553982"/>
                </a:lnTo>
                <a:lnTo>
                  <a:pt x="3349089" y="3511846"/>
                </a:lnTo>
                <a:lnTo>
                  <a:pt x="3376377" y="3469527"/>
                </a:lnTo>
                <a:lnTo>
                  <a:pt x="3403374" y="3427031"/>
                </a:lnTo>
                <a:lnTo>
                  <a:pt x="3430075" y="3384360"/>
                </a:lnTo>
                <a:lnTo>
                  <a:pt x="3456474" y="3341519"/>
                </a:lnTo>
                <a:lnTo>
                  <a:pt x="3482568" y="3298513"/>
                </a:lnTo>
                <a:lnTo>
                  <a:pt x="3508351" y="3255346"/>
                </a:lnTo>
                <a:lnTo>
                  <a:pt x="3533818" y="3212023"/>
                </a:lnTo>
                <a:lnTo>
                  <a:pt x="3558965" y="3168546"/>
                </a:lnTo>
                <a:lnTo>
                  <a:pt x="3583786" y="3124922"/>
                </a:lnTo>
                <a:lnTo>
                  <a:pt x="3608276" y="3081154"/>
                </a:lnTo>
                <a:lnTo>
                  <a:pt x="3632432" y="3037246"/>
                </a:lnTo>
                <a:lnTo>
                  <a:pt x="3656247" y="2993204"/>
                </a:lnTo>
                <a:lnTo>
                  <a:pt x="3679717" y="2949030"/>
                </a:lnTo>
                <a:lnTo>
                  <a:pt x="3702837" y="2904730"/>
                </a:lnTo>
                <a:lnTo>
                  <a:pt x="3725603" y="2860308"/>
                </a:lnTo>
                <a:lnTo>
                  <a:pt x="3748008" y="2815767"/>
                </a:lnTo>
                <a:lnTo>
                  <a:pt x="3770049" y="2771114"/>
                </a:lnTo>
                <a:lnTo>
                  <a:pt x="3791721" y="2726350"/>
                </a:lnTo>
                <a:lnTo>
                  <a:pt x="3813018" y="2681482"/>
                </a:lnTo>
                <a:lnTo>
                  <a:pt x="3833936" y="2636514"/>
                </a:lnTo>
                <a:lnTo>
                  <a:pt x="3854470" y="2591449"/>
                </a:lnTo>
                <a:lnTo>
                  <a:pt x="3874614" y="2546292"/>
                </a:lnTo>
                <a:lnTo>
                  <a:pt x="3894365" y="2501047"/>
                </a:lnTo>
                <a:lnTo>
                  <a:pt x="3913717" y="2455719"/>
                </a:lnTo>
                <a:lnTo>
                  <a:pt x="3932665" y="2410313"/>
                </a:lnTo>
                <a:lnTo>
                  <a:pt x="3951204" y="2364831"/>
                </a:lnTo>
                <a:lnTo>
                  <a:pt x="3969330" y="2319279"/>
                </a:lnTo>
                <a:lnTo>
                  <a:pt x="3987038" y="2273661"/>
                </a:lnTo>
                <a:lnTo>
                  <a:pt x="4004322" y="2227981"/>
                </a:lnTo>
                <a:lnTo>
                  <a:pt x="4021178" y="2182243"/>
                </a:lnTo>
                <a:lnTo>
                  <a:pt x="4037601" y="2136453"/>
                </a:lnTo>
                <a:lnTo>
                  <a:pt x="4053586" y="2090614"/>
                </a:lnTo>
                <a:lnTo>
                  <a:pt x="4069129" y="2044730"/>
                </a:lnTo>
                <a:lnTo>
                  <a:pt x="4084223" y="1998806"/>
                </a:lnTo>
                <a:lnTo>
                  <a:pt x="4098865" y="1952846"/>
                </a:lnTo>
                <a:lnTo>
                  <a:pt x="4113049" y="1906855"/>
                </a:lnTo>
                <a:lnTo>
                  <a:pt x="4126771" y="1860837"/>
                </a:lnTo>
                <a:lnTo>
                  <a:pt x="4140026" y="1814795"/>
                </a:lnTo>
                <a:lnTo>
                  <a:pt x="4152808" y="1768735"/>
                </a:lnTo>
                <a:lnTo>
                  <a:pt x="4165113" y="1722661"/>
                </a:lnTo>
                <a:lnTo>
                  <a:pt x="4176937" y="1676577"/>
                </a:lnTo>
                <a:lnTo>
                  <a:pt x="4188273" y="1630487"/>
                </a:lnTo>
                <a:lnTo>
                  <a:pt x="4199118" y="1584396"/>
                </a:lnTo>
                <a:lnTo>
                  <a:pt x="4209466" y="1538308"/>
                </a:lnTo>
                <a:lnTo>
                  <a:pt x="4219312" y="1492227"/>
                </a:lnTo>
                <a:lnTo>
                  <a:pt x="4228652" y="1446158"/>
                </a:lnTo>
                <a:lnTo>
                  <a:pt x="4237481" y="1400105"/>
                </a:lnTo>
                <a:lnTo>
                  <a:pt x="4245794" y="1354072"/>
                </a:lnTo>
                <a:lnTo>
                  <a:pt x="4253585" y="1308064"/>
                </a:lnTo>
                <a:lnTo>
                  <a:pt x="4260850" y="1262084"/>
                </a:lnTo>
                <a:lnTo>
                  <a:pt x="4267585" y="1216138"/>
                </a:lnTo>
                <a:lnTo>
                  <a:pt x="4273784" y="1170230"/>
                </a:lnTo>
                <a:lnTo>
                  <a:pt x="4279442" y="1124363"/>
                </a:lnTo>
                <a:lnTo>
                  <a:pt x="4284555" y="1078543"/>
                </a:lnTo>
                <a:lnTo>
                  <a:pt x="4289117" y="1032773"/>
                </a:lnTo>
                <a:lnTo>
                  <a:pt x="4293124" y="987058"/>
                </a:lnTo>
                <a:lnTo>
                  <a:pt x="4296570" y="941402"/>
                </a:lnTo>
                <a:lnTo>
                  <a:pt x="4299452" y="895809"/>
                </a:lnTo>
                <a:lnTo>
                  <a:pt x="4301763" y="850284"/>
                </a:lnTo>
                <a:lnTo>
                  <a:pt x="4303500" y="804832"/>
                </a:lnTo>
                <a:lnTo>
                  <a:pt x="4304657" y="759456"/>
                </a:lnTo>
                <a:lnTo>
                  <a:pt x="4305229" y="714160"/>
                </a:lnTo>
                <a:lnTo>
                  <a:pt x="4305211" y="668950"/>
                </a:lnTo>
                <a:lnTo>
                  <a:pt x="4304599" y="623829"/>
                </a:lnTo>
                <a:lnTo>
                  <a:pt x="4303388" y="578801"/>
                </a:lnTo>
                <a:lnTo>
                  <a:pt x="4301573" y="533872"/>
                </a:lnTo>
                <a:lnTo>
                  <a:pt x="4299148" y="489045"/>
                </a:lnTo>
                <a:lnTo>
                  <a:pt x="4296110" y="444325"/>
                </a:lnTo>
                <a:lnTo>
                  <a:pt x="4292452" y="399715"/>
                </a:lnTo>
                <a:lnTo>
                  <a:pt x="4288171" y="355221"/>
                </a:lnTo>
                <a:lnTo>
                  <a:pt x="4283261" y="310847"/>
                </a:lnTo>
                <a:lnTo>
                  <a:pt x="4277718" y="266596"/>
                </a:lnTo>
                <a:lnTo>
                  <a:pt x="4271536" y="222474"/>
                </a:lnTo>
                <a:lnTo>
                  <a:pt x="4264710" y="178484"/>
                </a:lnTo>
                <a:lnTo>
                  <a:pt x="4257237" y="134631"/>
                </a:lnTo>
                <a:lnTo>
                  <a:pt x="4249110" y="90919"/>
                </a:lnTo>
                <a:lnTo>
                  <a:pt x="4240325" y="47353"/>
                </a:lnTo>
                <a:lnTo>
                  <a:pt x="4230878" y="3936"/>
                </a:lnTo>
                <a:lnTo>
                  <a:pt x="4229862" y="0"/>
                </a:lnTo>
                <a:close/>
              </a:path>
            </a:pathLst>
          </a:custGeom>
          <a:solidFill>
            <a:srgbClr val="9F9D79">
              <a:alpha val="25097"/>
            </a:srgbClr>
          </a:solidFill>
        </p:spPr>
        <p:txBody>
          <a:bodyPr wrap="square" lIns="0" tIns="0" rIns="0" bIns="0" rtlCol="0"/>
          <a:lstStyle/>
          <a:p>
            <a:endParaRPr/>
          </a:p>
        </p:txBody>
      </p:sp>
      <p:sp>
        <p:nvSpPr>
          <p:cNvPr id="19" name="bg object 19"/>
          <p:cNvSpPr/>
          <p:nvPr/>
        </p:nvSpPr>
        <p:spPr>
          <a:xfrm>
            <a:off x="0" y="779"/>
            <a:ext cx="3095625" cy="2533015"/>
          </a:xfrm>
          <a:custGeom>
            <a:avLst/>
            <a:gdLst/>
            <a:ahLst/>
            <a:cxnLst/>
            <a:rect l="l" t="t" r="r" b="b"/>
            <a:pathLst>
              <a:path w="3095625" h="2533015">
                <a:moveTo>
                  <a:pt x="191011" y="2338869"/>
                </a:moveTo>
                <a:lnTo>
                  <a:pt x="176936" y="2339830"/>
                </a:lnTo>
                <a:lnTo>
                  <a:pt x="138632" y="2351788"/>
                </a:lnTo>
                <a:lnTo>
                  <a:pt x="100307" y="2362340"/>
                </a:lnTo>
                <a:lnTo>
                  <a:pt x="61953" y="2371512"/>
                </a:lnTo>
                <a:lnTo>
                  <a:pt x="23564" y="2379327"/>
                </a:lnTo>
                <a:lnTo>
                  <a:pt x="0" y="2381994"/>
                </a:lnTo>
                <a:lnTo>
                  <a:pt x="0" y="2532870"/>
                </a:lnTo>
                <a:lnTo>
                  <a:pt x="51158" y="2507666"/>
                </a:lnTo>
                <a:lnTo>
                  <a:pt x="96207" y="2482213"/>
                </a:lnTo>
                <a:lnTo>
                  <a:pt x="140747" y="2454306"/>
                </a:lnTo>
                <a:lnTo>
                  <a:pt x="184797" y="2424031"/>
                </a:lnTo>
                <a:lnTo>
                  <a:pt x="214493" y="2397392"/>
                </a:lnTo>
                <a:lnTo>
                  <a:pt x="232175" y="2379311"/>
                </a:lnTo>
                <a:lnTo>
                  <a:pt x="254419" y="2357229"/>
                </a:lnTo>
                <a:lnTo>
                  <a:pt x="229000" y="2349902"/>
                </a:lnTo>
                <a:lnTo>
                  <a:pt x="208114" y="2343005"/>
                </a:lnTo>
                <a:lnTo>
                  <a:pt x="191011" y="2338869"/>
                </a:lnTo>
                <a:close/>
              </a:path>
              <a:path w="3095625" h="2533015">
                <a:moveTo>
                  <a:pt x="0" y="2070590"/>
                </a:moveTo>
                <a:lnTo>
                  <a:pt x="0" y="2285347"/>
                </a:lnTo>
                <a:lnTo>
                  <a:pt x="4463" y="2284966"/>
                </a:lnTo>
                <a:lnTo>
                  <a:pt x="42828" y="2278362"/>
                </a:lnTo>
                <a:lnTo>
                  <a:pt x="80582" y="2269472"/>
                </a:lnTo>
                <a:lnTo>
                  <a:pt x="129695" y="2255851"/>
                </a:lnTo>
                <a:lnTo>
                  <a:pt x="178469" y="2241020"/>
                </a:lnTo>
                <a:lnTo>
                  <a:pt x="226949" y="2225158"/>
                </a:lnTo>
                <a:lnTo>
                  <a:pt x="275178" y="2208448"/>
                </a:lnTo>
                <a:lnTo>
                  <a:pt x="323202" y="2191072"/>
                </a:lnTo>
                <a:lnTo>
                  <a:pt x="466470" y="2136757"/>
                </a:lnTo>
                <a:lnTo>
                  <a:pt x="511819" y="2105721"/>
                </a:lnTo>
                <a:lnTo>
                  <a:pt x="515069" y="2102602"/>
                </a:lnTo>
                <a:lnTo>
                  <a:pt x="216280" y="2102602"/>
                </a:lnTo>
                <a:lnTo>
                  <a:pt x="169461" y="2099457"/>
                </a:lnTo>
                <a:lnTo>
                  <a:pt x="122377" y="2093450"/>
                </a:lnTo>
                <a:lnTo>
                  <a:pt x="0" y="2070590"/>
                </a:lnTo>
                <a:close/>
              </a:path>
              <a:path w="3095625" h="2533015">
                <a:moveTo>
                  <a:pt x="500495" y="2040602"/>
                </a:moveTo>
                <a:lnTo>
                  <a:pt x="494060" y="2041521"/>
                </a:lnTo>
                <a:lnTo>
                  <a:pt x="488276" y="2043666"/>
                </a:lnTo>
                <a:lnTo>
                  <a:pt x="444305" y="2064328"/>
                </a:lnTo>
                <a:lnTo>
                  <a:pt x="399710" y="2080234"/>
                </a:lnTo>
                <a:lnTo>
                  <a:pt x="354549" y="2091698"/>
                </a:lnTo>
                <a:lnTo>
                  <a:pt x="308884" y="2099038"/>
                </a:lnTo>
                <a:lnTo>
                  <a:pt x="262774" y="2102567"/>
                </a:lnTo>
                <a:lnTo>
                  <a:pt x="216280" y="2102602"/>
                </a:lnTo>
                <a:lnTo>
                  <a:pt x="515069" y="2102602"/>
                </a:lnTo>
                <a:lnTo>
                  <a:pt x="532829" y="2085554"/>
                </a:lnTo>
                <a:lnTo>
                  <a:pt x="554139" y="2066018"/>
                </a:lnTo>
                <a:lnTo>
                  <a:pt x="547751" y="2052048"/>
                </a:lnTo>
                <a:lnTo>
                  <a:pt x="544563" y="2044936"/>
                </a:lnTo>
                <a:lnTo>
                  <a:pt x="537310" y="2044432"/>
                </a:lnTo>
                <a:lnTo>
                  <a:pt x="529824" y="2043475"/>
                </a:lnTo>
                <a:lnTo>
                  <a:pt x="514743" y="2041253"/>
                </a:lnTo>
                <a:lnTo>
                  <a:pt x="507438" y="2040612"/>
                </a:lnTo>
                <a:lnTo>
                  <a:pt x="500495" y="2040602"/>
                </a:lnTo>
                <a:close/>
              </a:path>
              <a:path w="3095625" h="2533015">
                <a:moveTo>
                  <a:pt x="0" y="1575671"/>
                </a:moveTo>
                <a:lnTo>
                  <a:pt x="0" y="1817225"/>
                </a:lnTo>
                <a:lnTo>
                  <a:pt x="62317" y="1845038"/>
                </a:lnTo>
                <a:lnTo>
                  <a:pt x="111913" y="1863817"/>
                </a:lnTo>
                <a:lnTo>
                  <a:pt x="162236" y="1879881"/>
                </a:lnTo>
                <a:lnTo>
                  <a:pt x="213380" y="1892584"/>
                </a:lnTo>
                <a:lnTo>
                  <a:pt x="265440" y="1901279"/>
                </a:lnTo>
                <a:lnTo>
                  <a:pt x="318509" y="1905320"/>
                </a:lnTo>
                <a:lnTo>
                  <a:pt x="372682" y="1904060"/>
                </a:lnTo>
                <a:lnTo>
                  <a:pt x="428053" y="1896854"/>
                </a:lnTo>
                <a:lnTo>
                  <a:pt x="479982" y="1886221"/>
                </a:lnTo>
                <a:lnTo>
                  <a:pt x="531065" y="1873698"/>
                </a:lnTo>
                <a:lnTo>
                  <a:pt x="581290" y="1859250"/>
                </a:lnTo>
                <a:lnTo>
                  <a:pt x="630647" y="1842845"/>
                </a:lnTo>
                <a:lnTo>
                  <a:pt x="679125" y="1824449"/>
                </a:lnTo>
                <a:lnTo>
                  <a:pt x="726715" y="1804029"/>
                </a:lnTo>
                <a:lnTo>
                  <a:pt x="773404" y="1781553"/>
                </a:lnTo>
                <a:lnTo>
                  <a:pt x="819182" y="1756986"/>
                </a:lnTo>
                <a:lnTo>
                  <a:pt x="864040" y="1730296"/>
                </a:lnTo>
                <a:lnTo>
                  <a:pt x="907966" y="1701449"/>
                </a:lnTo>
                <a:lnTo>
                  <a:pt x="940156" y="1678207"/>
                </a:lnTo>
                <a:lnTo>
                  <a:pt x="650338" y="1678207"/>
                </a:lnTo>
                <a:lnTo>
                  <a:pt x="598464" y="1677427"/>
                </a:lnTo>
                <a:lnTo>
                  <a:pt x="546569" y="1673461"/>
                </a:lnTo>
                <a:lnTo>
                  <a:pt x="494487" y="1667865"/>
                </a:lnTo>
                <a:lnTo>
                  <a:pt x="442377" y="1661485"/>
                </a:lnTo>
                <a:lnTo>
                  <a:pt x="390325" y="1654215"/>
                </a:lnTo>
                <a:lnTo>
                  <a:pt x="338416" y="1645949"/>
                </a:lnTo>
                <a:lnTo>
                  <a:pt x="286736" y="1636582"/>
                </a:lnTo>
                <a:lnTo>
                  <a:pt x="235370" y="1626008"/>
                </a:lnTo>
                <a:lnTo>
                  <a:pt x="184403" y="1614122"/>
                </a:lnTo>
                <a:lnTo>
                  <a:pt x="108039" y="1594056"/>
                </a:lnTo>
                <a:lnTo>
                  <a:pt x="82171" y="1588069"/>
                </a:lnTo>
                <a:lnTo>
                  <a:pt x="56274" y="1582868"/>
                </a:lnTo>
                <a:lnTo>
                  <a:pt x="30304" y="1578465"/>
                </a:lnTo>
                <a:lnTo>
                  <a:pt x="0" y="1575671"/>
                </a:lnTo>
                <a:close/>
              </a:path>
              <a:path w="3095625" h="2533015">
                <a:moveTo>
                  <a:pt x="981265" y="1600944"/>
                </a:moveTo>
                <a:lnTo>
                  <a:pt x="959937" y="1603972"/>
                </a:lnTo>
                <a:lnTo>
                  <a:pt x="939161" y="1606309"/>
                </a:lnTo>
                <a:lnTo>
                  <a:pt x="919686" y="1609838"/>
                </a:lnTo>
                <a:lnTo>
                  <a:pt x="902258" y="1616438"/>
                </a:lnTo>
                <a:lnTo>
                  <a:pt x="853545" y="1639251"/>
                </a:lnTo>
                <a:lnTo>
                  <a:pt x="803793" y="1656323"/>
                </a:lnTo>
                <a:lnTo>
                  <a:pt x="753205" y="1668166"/>
                </a:lnTo>
                <a:lnTo>
                  <a:pt x="701986" y="1675290"/>
                </a:lnTo>
                <a:lnTo>
                  <a:pt x="650338" y="1678207"/>
                </a:lnTo>
                <a:lnTo>
                  <a:pt x="940156" y="1678207"/>
                </a:lnTo>
                <a:lnTo>
                  <a:pt x="973539" y="1646838"/>
                </a:lnTo>
                <a:lnTo>
                  <a:pt x="981762" y="1626248"/>
                </a:lnTo>
                <a:lnTo>
                  <a:pt x="981395" y="1616438"/>
                </a:lnTo>
                <a:lnTo>
                  <a:pt x="981265" y="1600944"/>
                </a:lnTo>
                <a:close/>
              </a:path>
              <a:path w="3095625" h="2533015">
                <a:moveTo>
                  <a:pt x="842656" y="1447800"/>
                </a:moveTo>
                <a:lnTo>
                  <a:pt x="452037" y="1447800"/>
                </a:lnTo>
                <a:lnTo>
                  <a:pt x="501107" y="1460500"/>
                </a:lnTo>
                <a:lnTo>
                  <a:pt x="794011" y="1460500"/>
                </a:lnTo>
                <a:lnTo>
                  <a:pt x="842656" y="1447800"/>
                </a:lnTo>
                <a:close/>
              </a:path>
              <a:path w="3095625" h="2533015">
                <a:moveTo>
                  <a:pt x="259918" y="139700"/>
                </a:moveTo>
                <a:lnTo>
                  <a:pt x="230782" y="139700"/>
                </a:lnTo>
                <a:lnTo>
                  <a:pt x="209415" y="152400"/>
                </a:lnTo>
                <a:lnTo>
                  <a:pt x="176695" y="177800"/>
                </a:lnTo>
                <a:lnTo>
                  <a:pt x="142521" y="215900"/>
                </a:lnTo>
                <a:lnTo>
                  <a:pt x="111064" y="254000"/>
                </a:lnTo>
                <a:lnTo>
                  <a:pt x="82249" y="292100"/>
                </a:lnTo>
                <a:lnTo>
                  <a:pt x="56000" y="342900"/>
                </a:lnTo>
                <a:lnTo>
                  <a:pt x="32242" y="381000"/>
                </a:lnTo>
                <a:lnTo>
                  <a:pt x="10900" y="419100"/>
                </a:lnTo>
                <a:lnTo>
                  <a:pt x="0" y="444500"/>
                </a:lnTo>
                <a:lnTo>
                  <a:pt x="0" y="1384300"/>
                </a:lnTo>
                <a:lnTo>
                  <a:pt x="48414" y="1397000"/>
                </a:lnTo>
                <a:lnTo>
                  <a:pt x="99434" y="1397000"/>
                </a:lnTo>
                <a:lnTo>
                  <a:pt x="150634" y="1409700"/>
                </a:lnTo>
                <a:lnTo>
                  <a:pt x="252849" y="1409700"/>
                </a:lnTo>
                <a:lnTo>
                  <a:pt x="402873" y="1447800"/>
                </a:lnTo>
                <a:lnTo>
                  <a:pt x="891274" y="1447800"/>
                </a:lnTo>
                <a:lnTo>
                  <a:pt x="988466" y="1422400"/>
                </a:lnTo>
                <a:lnTo>
                  <a:pt x="1116507" y="1384300"/>
                </a:lnTo>
                <a:lnTo>
                  <a:pt x="1156754" y="1371600"/>
                </a:lnTo>
                <a:lnTo>
                  <a:pt x="1196259" y="1346200"/>
                </a:lnTo>
                <a:lnTo>
                  <a:pt x="1233570" y="1320800"/>
                </a:lnTo>
                <a:lnTo>
                  <a:pt x="1264904" y="1295400"/>
                </a:lnTo>
                <a:lnTo>
                  <a:pt x="1281085" y="1257300"/>
                </a:lnTo>
                <a:lnTo>
                  <a:pt x="898114" y="1257300"/>
                </a:lnTo>
                <a:lnTo>
                  <a:pt x="847696" y="1244600"/>
                </a:lnTo>
                <a:lnTo>
                  <a:pt x="797164" y="1244600"/>
                </a:lnTo>
                <a:lnTo>
                  <a:pt x="645226" y="1206500"/>
                </a:lnTo>
                <a:lnTo>
                  <a:pt x="132956" y="1206500"/>
                </a:lnTo>
                <a:lnTo>
                  <a:pt x="168360" y="1181100"/>
                </a:lnTo>
                <a:lnTo>
                  <a:pt x="45610" y="1181100"/>
                </a:lnTo>
                <a:lnTo>
                  <a:pt x="56773" y="1143000"/>
                </a:lnTo>
                <a:lnTo>
                  <a:pt x="76022" y="1092200"/>
                </a:lnTo>
                <a:lnTo>
                  <a:pt x="102395" y="1016000"/>
                </a:lnTo>
                <a:lnTo>
                  <a:pt x="117404" y="965200"/>
                </a:lnTo>
                <a:lnTo>
                  <a:pt x="130436" y="914400"/>
                </a:lnTo>
                <a:lnTo>
                  <a:pt x="141623" y="863600"/>
                </a:lnTo>
                <a:lnTo>
                  <a:pt x="151095" y="812800"/>
                </a:lnTo>
                <a:lnTo>
                  <a:pt x="158983" y="762000"/>
                </a:lnTo>
                <a:lnTo>
                  <a:pt x="165417" y="711200"/>
                </a:lnTo>
                <a:lnTo>
                  <a:pt x="170528" y="660400"/>
                </a:lnTo>
                <a:lnTo>
                  <a:pt x="174447" y="609600"/>
                </a:lnTo>
                <a:lnTo>
                  <a:pt x="177723" y="558800"/>
                </a:lnTo>
                <a:lnTo>
                  <a:pt x="181427" y="508000"/>
                </a:lnTo>
                <a:lnTo>
                  <a:pt x="186046" y="469900"/>
                </a:lnTo>
                <a:lnTo>
                  <a:pt x="192068" y="419100"/>
                </a:lnTo>
                <a:lnTo>
                  <a:pt x="199981" y="368300"/>
                </a:lnTo>
                <a:lnTo>
                  <a:pt x="210274" y="317500"/>
                </a:lnTo>
                <a:lnTo>
                  <a:pt x="223435" y="266700"/>
                </a:lnTo>
                <a:lnTo>
                  <a:pt x="239951" y="228600"/>
                </a:lnTo>
                <a:lnTo>
                  <a:pt x="260311" y="177800"/>
                </a:lnTo>
                <a:lnTo>
                  <a:pt x="262572" y="165100"/>
                </a:lnTo>
                <a:lnTo>
                  <a:pt x="262277" y="165100"/>
                </a:lnTo>
                <a:lnTo>
                  <a:pt x="260901" y="152400"/>
                </a:lnTo>
                <a:lnTo>
                  <a:pt x="259918" y="139700"/>
                </a:lnTo>
                <a:close/>
              </a:path>
              <a:path w="3095625" h="2533015">
                <a:moveTo>
                  <a:pt x="1294511" y="1193800"/>
                </a:moveTo>
                <a:lnTo>
                  <a:pt x="1255338" y="1193800"/>
                </a:lnTo>
                <a:lnTo>
                  <a:pt x="1245946" y="1206500"/>
                </a:lnTo>
                <a:lnTo>
                  <a:pt x="1048463" y="1257300"/>
                </a:lnTo>
                <a:lnTo>
                  <a:pt x="1281085" y="1257300"/>
                </a:lnTo>
                <a:lnTo>
                  <a:pt x="1286479" y="1244600"/>
                </a:lnTo>
                <a:lnTo>
                  <a:pt x="1294511" y="1193800"/>
                </a:lnTo>
                <a:close/>
              </a:path>
              <a:path w="3095625" h="2533015">
                <a:moveTo>
                  <a:pt x="441859" y="1181100"/>
                </a:moveTo>
                <a:lnTo>
                  <a:pt x="288163" y="1181100"/>
                </a:lnTo>
                <a:lnTo>
                  <a:pt x="184888" y="1206500"/>
                </a:lnTo>
                <a:lnTo>
                  <a:pt x="594501" y="1206500"/>
                </a:lnTo>
                <a:lnTo>
                  <a:pt x="543710" y="1193800"/>
                </a:lnTo>
                <a:lnTo>
                  <a:pt x="492835" y="1193800"/>
                </a:lnTo>
                <a:lnTo>
                  <a:pt x="441859" y="1181100"/>
                </a:lnTo>
                <a:close/>
              </a:path>
              <a:path w="3095625" h="2533015">
                <a:moveTo>
                  <a:pt x="747090" y="0"/>
                </a:moveTo>
                <a:lnTo>
                  <a:pt x="605536" y="0"/>
                </a:lnTo>
                <a:lnTo>
                  <a:pt x="600075" y="12700"/>
                </a:lnTo>
                <a:lnTo>
                  <a:pt x="567254" y="50800"/>
                </a:lnTo>
                <a:lnTo>
                  <a:pt x="536267" y="88900"/>
                </a:lnTo>
                <a:lnTo>
                  <a:pt x="507250" y="127000"/>
                </a:lnTo>
                <a:lnTo>
                  <a:pt x="480337" y="165100"/>
                </a:lnTo>
                <a:lnTo>
                  <a:pt x="455664" y="203200"/>
                </a:lnTo>
                <a:lnTo>
                  <a:pt x="433368" y="254000"/>
                </a:lnTo>
                <a:lnTo>
                  <a:pt x="413584" y="292100"/>
                </a:lnTo>
                <a:lnTo>
                  <a:pt x="396448" y="342900"/>
                </a:lnTo>
                <a:lnTo>
                  <a:pt x="382095" y="393700"/>
                </a:lnTo>
                <a:lnTo>
                  <a:pt x="370662" y="444500"/>
                </a:lnTo>
                <a:lnTo>
                  <a:pt x="361622" y="495300"/>
                </a:lnTo>
                <a:lnTo>
                  <a:pt x="343600" y="584200"/>
                </a:lnTo>
                <a:lnTo>
                  <a:pt x="334564" y="635000"/>
                </a:lnTo>
                <a:lnTo>
                  <a:pt x="325472" y="685800"/>
                </a:lnTo>
                <a:lnTo>
                  <a:pt x="316299" y="723900"/>
                </a:lnTo>
                <a:lnTo>
                  <a:pt x="307016" y="774700"/>
                </a:lnTo>
                <a:lnTo>
                  <a:pt x="297596" y="825500"/>
                </a:lnTo>
                <a:lnTo>
                  <a:pt x="288010" y="863600"/>
                </a:lnTo>
                <a:lnTo>
                  <a:pt x="274994" y="914400"/>
                </a:lnTo>
                <a:lnTo>
                  <a:pt x="257292" y="965200"/>
                </a:lnTo>
                <a:lnTo>
                  <a:pt x="234779" y="1003300"/>
                </a:lnTo>
                <a:lnTo>
                  <a:pt x="207328" y="1054100"/>
                </a:lnTo>
                <a:lnTo>
                  <a:pt x="174811" y="1079500"/>
                </a:lnTo>
                <a:lnTo>
                  <a:pt x="137104" y="1117600"/>
                </a:lnTo>
                <a:lnTo>
                  <a:pt x="94079" y="1155700"/>
                </a:lnTo>
                <a:lnTo>
                  <a:pt x="45610" y="1181100"/>
                </a:lnTo>
                <a:lnTo>
                  <a:pt x="168360" y="1181100"/>
                </a:lnTo>
                <a:lnTo>
                  <a:pt x="205084" y="1143000"/>
                </a:lnTo>
                <a:lnTo>
                  <a:pt x="242981" y="1117600"/>
                </a:lnTo>
                <a:lnTo>
                  <a:pt x="281901" y="1079500"/>
                </a:lnTo>
                <a:lnTo>
                  <a:pt x="321698" y="1054100"/>
                </a:lnTo>
                <a:lnTo>
                  <a:pt x="403330" y="1003300"/>
                </a:lnTo>
                <a:lnTo>
                  <a:pt x="444868" y="977900"/>
                </a:lnTo>
                <a:lnTo>
                  <a:pt x="458629" y="965200"/>
                </a:lnTo>
                <a:lnTo>
                  <a:pt x="1660573" y="965200"/>
                </a:lnTo>
                <a:lnTo>
                  <a:pt x="1682623" y="952500"/>
                </a:lnTo>
                <a:lnTo>
                  <a:pt x="1690715" y="952500"/>
                </a:lnTo>
                <a:lnTo>
                  <a:pt x="1698688" y="939800"/>
                </a:lnTo>
                <a:lnTo>
                  <a:pt x="1708090" y="927100"/>
                </a:lnTo>
                <a:lnTo>
                  <a:pt x="1720469" y="914400"/>
                </a:lnTo>
                <a:lnTo>
                  <a:pt x="1699678" y="901700"/>
                </a:lnTo>
                <a:lnTo>
                  <a:pt x="1444628" y="901700"/>
                </a:lnTo>
                <a:lnTo>
                  <a:pt x="1393972" y="889000"/>
                </a:lnTo>
                <a:lnTo>
                  <a:pt x="1343477" y="889000"/>
                </a:lnTo>
                <a:lnTo>
                  <a:pt x="1293112" y="876300"/>
                </a:lnTo>
                <a:lnTo>
                  <a:pt x="1242849" y="876300"/>
                </a:lnTo>
                <a:lnTo>
                  <a:pt x="1142500" y="850900"/>
                </a:lnTo>
                <a:lnTo>
                  <a:pt x="1092355" y="850900"/>
                </a:lnTo>
                <a:lnTo>
                  <a:pt x="1042163" y="838200"/>
                </a:lnTo>
                <a:lnTo>
                  <a:pt x="536244" y="838200"/>
                </a:lnTo>
                <a:lnTo>
                  <a:pt x="532066" y="825500"/>
                </a:lnTo>
                <a:lnTo>
                  <a:pt x="528358" y="812800"/>
                </a:lnTo>
                <a:lnTo>
                  <a:pt x="526034" y="812800"/>
                </a:lnTo>
                <a:lnTo>
                  <a:pt x="549596" y="762000"/>
                </a:lnTo>
                <a:lnTo>
                  <a:pt x="570448" y="711200"/>
                </a:lnTo>
                <a:lnTo>
                  <a:pt x="588872" y="673100"/>
                </a:lnTo>
                <a:lnTo>
                  <a:pt x="605149" y="622300"/>
                </a:lnTo>
                <a:lnTo>
                  <a:pt x="619562" y="571500"/>
                </a:lnTo>
                <a:lnTo>
                  <a:pt x="632394" y="520700"/>
                </a:lnTo>
                <a:lnTo>
                  <a:pt x="643928" y="469900"/>
                </a:lnTo>
                <a:lnTo>
                  <a:pt x="654445" y="419100"/>
                </a:lnTo>
                <a:lnTo>
                  <a:pt x="664228" y="368300"/>
                </a:lnTo>
                <a:lnTo>
                  <a:pt x="673559" y="317500"/>
                </a:lnTo>
                <a:lnTo>
                  <a:pt x="682721" y="266700"/>
                </a:lnTo>
                <a:lnTo>
                  <a:pt x="691997" y="215900"/>
                </a:lnTo>
                <a:lnTo>
                  <a:pt x="698695" y="177800"/>
                </a:lnTo>
                <a:lnTo>
                  <a:pt x="706381" y="152400"/>
                </a:lnTo>
                <a:lnTo>
                  <a:pt x="714823" y="114300"/>
                </a:lnTo>
                <a:lnTo>
                  <a:pt x="723785" y="88900"/>
                </a:lnTo>
                <a:lnTo>
                  <a:pt x="747090" y="0"/>
                </a:lnTo>
                <a:close/>
              </a:path>
              <a:path w="3095625" h="2533015">
                <a:moveTo>
                  <a:pt x="1660573" y="965200"/>
                </a:moveTo>
                <a:lnTo>
                  <a:pt x="509371" y="965200"/>
                </a:lnTo>
                <a:lnTo>
                  <a:pt x="559038" y="977900"/>
                </a:lnTo>
                <a:lnTo>
                  <a:pt x="608349" y="977900"/>
                </a:lnTo>
                <a:lnTo>
                  <a:pt x="657312" y="990600"/>
                </a:lnTo>
                <a:lnTo>
                  <a:pt x="705937" y="990600"/>
                </a:lnTo>
                <a:lnTo>
                  <a:pt x="802213" y="1016000"/>
                </a:lnTo>
                <a:lnTo>
                  <a:pt x="849883" y="1041400"/>
                </a:lnTo>
                <a:lnTo>
                  <a:pt x="1089849" y="1104900"/>
                </a:lnTo>
                <a:lnTo>
                  <a:pt x="1277190" y="1104900"/>
                </a:lnTo>
                <a:lnTo>
                  <a:pt x="1504898" y="1041400"/>
                </a:lnTo>
                <a:lnTo>
                  <a:pt x="1549671" y="1016000"/>
                </a:lnTo>
                <a:lnTo>
                  <a:pt x="1594210" y="1003300"/>
                </a:lnTo>
                <a:lnTo>
                  <a:pt x="1660573" y="965200"/>
                </a:lnTo>
                <a:close/>
              </a:path>
              <a:path w="3095625" h="2533015">
                <a:moveTo>
                  <a:pt x="1664622" y="889000"/>
                </a:moveTo>
                <a:lnTo>
                  <a:pt x="1649476" y="889000"/>
                </a:lnTo>
                <a:lnTo>
                  <a:pt x="1597870" y="901700"/>
                </a:lnTo>
                <a:lnTo>
                  <a:pt x="1681210" y="901700"/>
                </a:lnTo>
                <a:lnTo>
                  <a:pt x="1664622" y="889000"/>
                </a:lnTo>
                <a:close/>
              </a:path>
              <a:path w="3095625" h="2533015">
                <a:moveTo>
                  <a:pt x="1244257" y="0"/>
                </a:moveTo>
                <a:lnTo>
                  <a:pt x="1017447" y="0"/>
                </a:lnTo>
                <a:lnTo>
                  <a:pt x="983119" y="139700"/>
                </a:lnTo>
                <a:lnTo>
                  <a:pt x="971019" y="190500"/>
                </a:lnTo>
                <a:lnTo>
                  <a:pt x="960270" y="228600"/>
                </a:lnTo>
                <a:lnTo>
                  <a:pt x="950996" y="279400"/>
                </a:lnTo>
                <a:lnTo>
                  <a:pt x="943317" y="330200"/>
                </a:lnTo>
                <a:lnTo>
                  <a:pt x="935324" y="381000"/>
                </a:lnTo>
                <a:lnTo>
                  <a:pt x="924696" y="431800"/>
                </a:lnTo>
                <a:lnTo>
                  <a:pt x="911286" y="469900"/>
                </a:lnTo>
                <a:lnTo>
                  <a:pt x="894947" y="520700"/>
                </a:lnTo>
                <a:lnTo>
                  <a:pt x="875533" y="558800"/>
                </a:lnTo>
                <a:lnTo>
                  <a:pt x="852897" y="596900"/>
                </a:lnTo>
                <a:lnTo>
                  <a:pt x="826891" y="635000"/>
                </a:lnTo>
                <a:lnTo>
                  <a:pt x="797369" y="660400"/>
                </a:lnTo>
                <a:lnTo>
                  <a:pt x="764184" y="698500"/>
                </a:lnTo>
                <a:lnTo>
                  <a:pt x="727190" y="723900"/>
                </a:lnTo>
                <a:lnTo>
                  <a:pt x="686239" y="749300"/>
                </a:lnTo>
                <a:lnTo>
                  <a:pt x="641184" y="774700"/>
                </a:lnTo>
                <a:lnTo>
                  <a:pt x="614518" y="787400"/>
                </a:lnTo>
                <a:lnTo>
                  <a:pt x="562439" y="812800"/>
                </a:lnTo>
                <a:lnTo>
                  <a:pt x="536244" y="838200"/>
                </a:lnTo>
                <a:lnTo>
                  <a:pt x="1042163" y="838200"/>
                </a:lnTo>
                <a:lnTo>
                  <a:pt x="991971" y="825500"/>
                </a:lnTo>
                <a:lnTo>
                  <a:pt x="944190" y="825500"/>
                </a:lnTo>
                <a:lnTo>
                  <a:pt x="895540" y="812800"/>
                </a:lnTo>
                <a:lnTo>
                  <a:pt x="845230" y="812800"/>
                </a:lnTo>
                <a:lnTo>
                  <a:pt x="792471" y="800100"/>
                </a:lnTo>
                <a:lnTo>
                  <a:pt x="736473" y="787400"/>
                </a:lnTo>
                <a:lnTo>
                  <a:pt x="946768" y="660400"/>
                </a:lnTo>
                <a:lnTo>
                  <a:pt x="989711" y="647700"/>
                </a:lnTo>
                <a:lnTo>
                  <a:pt x="1014299" y="635000"/>
                </a:lnTo>
                <a:lnTo>
                  <a:pt x="1771577" y="635000"/>
                </a:lnTo>
                <a:lnTo>
                  <a:pt x="1582558" y="584200"/>
                </a:lnTo>
                <a:lnTo>
                  <a:pt x="1535631" y="558800"/>
                </a:lnTo>
                <a:lnTo>
                  <a:pt x="1488694" y="546100"/>
                </a:lnTo>
                <a:lnTo>
                  <a:pt x="1446585" y="533400"/>
                </a:lnTo>
                <a:lnTo>
                  <a:pt x="1402586" y="520700"/>
                </a:lnTo>
                <a:lnTo>
                  <a:pt x="1036421" y="520700"/>
                </a:lnTo>
                <a:lnTo>
                  <a:pt x="1069688" y="482600"/>
                </a:lnTo>
                <a:lnTo>
                  <a:pt x="1097731" y="431800"/>
                </a:lnTo>
                <a:lnTo>
                  <a:pt x="1121345" y="393700"/>
                </a:lnTo>
                <a:lnTo>
                  <a:pt x="1141325" y="342900"/>
                </a:lnTo>
                <a:lnTo>
                  <a:pt x="1158469" y="292100"/>
                </a:lnTo>
                <a:lnTo>
                  <a:pt x="1173570" y="241300"/>
                </a:lnTo>
                <a:lnTo>
                  <a:pt x="1187425" y="190500"/>
                </a:lnTo>
                <a:lnTo>
                  <a:pt x="1200828" y="139700"/>
                </a:lnTo>
                <a:lnTo>
                  <a:pt x="1214577" y="88900"/>
                </a:lnTo>
                <a:lnTo>
                  <a:pt x="1244257" y="0"/>
                </a:lnTo>
                <a:close/>
              </a:path>
              <a:path w="3095625" h="2533015">
                <a:moveTo>
                  <a:pt x="1864360" y="787400"/>
                </a:moveTo>
                <a:lnTo>
                  <a:pt x="1483200" y="787400"/>
                </a:lnTo>
                <a:lnTo>
                  <a:pt x="1529886" y="800100"/>
                </a:lnTo>
                <a:lnTo>
                  <a:pt x="1815945" y="800100"/>
                </a:lnTo>
                <a:lnTo>
                  <a:pt x="1864360" y="787400"/>
                </a:lnTo>
                <a:close/>
              </a:path>
              <a:path w="3095625" h="2533015">
                <a:moveTo>
                  <a:pt x="2031047" y="660400"/>
                </a:moveTo>
                <a:lnTo>
                  <a:pt x="1133627" y="660400"/>
                </a:lnTo>
                <a:lnTo>
                  <a:pt x="1151106" y="673100"/>
                </a:lnTo>
                <a:lnTo>
                  <a:pt x="1167853" y="685800"/>
                </a:lnTo>
                <a:lnTo>
                  <a:pt x="1211486" y="711200"/>
                </a:lnTo>
                <a:lnTo>
                  <a:pt x="1255637" y="723900"/>
                </a:lnTo>
                <a:lnTo>
                  <a:pt x="1300277" y="749300"/>
                </a:lnTo>
                <a:lnTo>
                  <a:pt x="1436869" y="787400"/>
                </a:lnTo>
                <a:lnTo>
                  <a:pt x="1910058" y="787400"/>
                </a:lnTo>
                <a:lnTo>
                  <a:pt x="1954928" y="774700"/>
                </a:lnTo>
                <a:lnTo>
                  <a:pt x="2088769" y="698500"/>
                </a:lnTo>
                <a:lnTo>
                  <a:pt x="2066131" y="685800"/>
                </a:lnTo>
                <a:lnTo>
                  <a:pt x="2047303" y="673100"/>
                </a:lnTo>
                <a:lnTo>
                  <a:pt x="2031047" y="660400"/>
                </a:lnTo>
                <a:close/>
              </a:path>
              <a:path w="3095625" h="2533015">
                <a:moveTo>
                  <a:pt x="1867867" y="647700"/>
                </a:moveTo>
                <a:lnTo>
                  <a:pt x="1097038" y="647700"/>
                </a:lnTo>
                <a:lnTo>
                  <a:pt x="1115558" y="660400"/>
                </a:lnTo>
                <a:lnTo>
                  <a:pt x="1916705" y="660400"/>
                </a:lnTo>
                <a:lnTo>
                  <a:pt x="1867867" y="647700"/>
                </a:lnTo>
                <a:close/>
              </a:path>
              <a:path w="3095625" h="2533015">
                <a:moveTo>
                  <a:pt x="1771577" y="635000"/>
                </a:moveTo>
                <a:lnTo>
                  <a:pt x="1041479" y="635000"/>
                </a:lnTo>
                <a:lnTo>
                  <a:pt x="1069606" y="647700"/>
                </a:lnTo>
                <a:lnTo>
                  <a:pt x="1819514" y="647700"/>
                </a:lnTo>
                <a:lnTo>
                  <a:pt x="1771577" y="635000"/>
                </a:lnTo>
                <a:close/>
              </a:path>
              <a:path w="3095625" h="2533015">
                <a:moveTo>
                  <a:pt x="2114613" y="279400"/>
                </a:moveTo>
                <a:lnTo>
                  <a:pt x="1624711" y="279400"/>
                </a:lnTo>
                <a:lnTo>
                  <a:pt x="1657227" y="330200"/>
                </a:lnTo>
                <a:lnTo>
                  <a:pt x="1691149" y="368300"/>
                </a:lnTo>
                <a:lnTo>
                  <a:pt x="1726474" y="393700"/>
                </a:lnTo>
                <a:lnTo>
                  <a:pt x="1763200" y="431800"/>
                </a:lnTo>
                <a:lnTo>
                  <a:pt x="1801324" y="457200"/>
                </a:lnTo>
                <a:lnTo>
                  <a:pt x="1840844" y="482600"/>
                </a:lnTo>
                <a:lnTo>
                  <a:pt x="1881759" y="495300"/>
                </a:lnTo>
                <a:lnTo>
                  <a:pt x="1967760" y="520700"/>
                </a:lnTo>
                <a:lnTo>
                  <a:pt x="2059312" y="546100"/>
                </a:lnTo>
                <a:lnTo>
                  <a:pt x="2156395" y="546100"/>
                </a:lnTo>
                <a:lnTo>
                  <a:pt x="2207006" y="533400"/>
                </a:lnTo>
                <a:lnTo>
                  <a:pt x="2251692" y="533400"/>
                </a:lnTo>
                <a:lnTo>
                  <a:pt x="2428304" y="482600"/>
                </a:lnTo>
                <a:lnTo>
                  <a:pt x="2470302" y="457200"/>
                </a:lnTo>
                <a:lnTo>
                  <a:pt x="2510790" y="419100"/>
                </a:lnTo>
                <a:lnTo>
                  <a:pt x="2486409" y="406400"/>
                </a:lnTo>
                <a:lnTo>
                  <a:pt x="2465768" y="393700"/>
                </a:lnTo>
                <a:lnTo>
                  <a:pt x="2334323" y="393700"/>
                </a:lnTo>
                <a:lnTo>
                  <a:pt x="2244090" y="342900"/>
                </a:lnTo>
                <a:lnTo>
                  <a:pt x="2201419" y="330200"/>
                </a:lnTo>
                <a:lnTo>
                  <a:pt x="2114613" y="279400"/>
                </a:lnTo>
                <a:close/>
              </a:path>
              <a:path w="3095625" h="2533015">
                <a:moveTo>
                  <a:pt x="1765935" y="0"/>
                </a:moveTo>
                <a:lnTo>
                  <a:pt x="1485392" y="0"/>
                </a:lnTo>
                <a:lnTo>
                  <a:pt x="1484376" y="12700"/>
                </a:lnTo>
                <a:lnTo>
                  <a:pt x="1465054" y="50800"/>
                </a:lnTo>
                <a:lnTo>
                  <a:pt x="1445815" y="101600"/>
                </a:lnTo>
                <a:lnTo>
                  <a:pt x="1425886" y="139700"/>
                </a:lnTo>
                <a:lnTo>
                  <a:pt x="1404493" y="190500"/>
                </a:lnTo>
                <a:lnTo>
                  <a:pt x="1379305" y="228600"/>
                </a:lnTo>
                <a:lnTo>
                  <a:pt x="1352195" y="279400"/>
                </a:lnTo>
                <a:lnTo>
                  <a:pt x="1322914" y="317500"/>
                </a:lnTo>
                <a:lnTo>
                  <a:pt x="1291215" y="355600"/>
                </a:lnTo>
                <a:lnTo>
                  <a:pt x="1256852" y="393700"/>
                </a:lnTo>
                <a:lnTo>
                  <a:pt x="1219577" y="419100"/>
                </a:lnTo>
                <a:lnTo>
                  <a:pt x="1179144" y="457200"/>
                </a:lnTo>
                <a:lnTo>
                  <a:pt x="1135305" y="482600"/>
                </a:lnTo>
                <a:lnTo>
                  <a:pt x="1087813" y="508000"/>
                </a:lnTo>
                <a:lnTo>
                  <a:pt x="1036421" y="520700"/>
                </a:lnTo>
                <a:lnTo>
                  <a:pt x="1355597" y="520700"/>
                </a:lnTo>
                <a:lnTo>
                  <a:pt x="1304520" y="508000"/>
                </a:lnTo>
                <a:lnTo>
                  <a:pt x="1248257" y="495300"/>
                </a:lnTo>
                <a:lnTo>
                  <a:pt x="1624711" y="279400"/>
                </a:lnTo>
                <a:lnTo>
                  <a:pt x="2114613" y="279400"/>
                </a:lnTo>
                <a:lnTo>
                  <a:pt x="2070068" y="266700"/>
                </a:lnTo>
                <a:lnTo>
                  <a:pt x="2024486" y="241300"/>
                </a:lnTo>
                <a:lnTo>
                  <a:pt x="1977663" y="215900"/>
                </a:lnTo>
                <a:lnTo>
                  <a:pt x="1929394" y="190500"/>
                </a:lnTo>
                <a:lnTo>
                  <a:pt x="1904433" y="177800"/>
                </a:lnTo>
                <a:lnTo>
                  <a:pt x="1658366" y="177800"/>
                </a:lnTo>
                <a:lnTo>
                  <a:pt x="1674951" y="165100"/>
                </a:lnTo>
                <a:lnTo>
                  <a:pt x="1690655" y="139700"/>
                </a:lnTo>
                <a:lnTo>
                  <a:pt x="1705550" y="114300"/>
                </a:lnTo>
                <a:lnTo>
                  <a:pt x="1719707" y="88900"/>
                </a:lnTo>
                <a:lnTo>
                  <a:pt x="1765935" y="0"/>
                </a:lnTo>
                <a:close/>
              </a:path>
              <a:path w="3095625" h="2533015">
                <a:moveTo>
                  <a:pt x="2260600" y="0"/>
                </a:moveTo>
                <a:lnTo>
                  <a:pt x="1996313" y="0"/>
                </a:lnTo>
                <a:lnTo>
                  <a:pt x="1942973" y="50800"/>
                </a:lnTo>
                <a:lnTo>
                  <a:pt x="1897743" y="76200"/>
                </a:lnTo>
                <a:lnTo>
                  <a:pt x="1850672" y="114300"/>
                </a:lnTo>
                <a:lnTo>
                  <a:pt x="1802479" y="139700"/>
                </a:lnTo>
                <a:lnTo>
                  <a:pt x="1753884" y="152400"/>
                </a:lnTo>
                <a:lnTo>
                  <a:pt x="1705606" y="177800"/>
                </a:lnTo>
                <a:lnTo>
                  <a:pt x="1904433" y="177800"/>
                </a:lnTo>
                <a:lnTo>
                  <a:pt x="1879473" y="165100"/>
                </a:lnTo>
                <a:lnTo>
                  <a:pt x="2120265" y="63500"/>
                </a:lnTo>
                <a:lnTo>
                  <a:pt x="2260600" y="0"/>
                </a:lnTo>
                <a:close/>
              </a:path>
              <a:path w="3095625" h="2533015">
                <a:moveTo>
                  <a:pt x="2885440" y="0"/>
                </a:moveTo>
                <a:lnTo>
                  <a:pt x="2390902" y="0"/>
                </a:lnTo>
                <a:lnTo>
                  <a:pt x="2405761" y="25400"/>
                </a:lnTo>
                <a:lnTo>
                  <a:pt x="2443259" y="63500"/>
                </a:lnTo>
                <a:lnTo>
                  <a:pt x="2482471" y="88900"/>
                </a:lnTo>
                <a:lnTo>
                  <a:pt x="2523422" y="114300"/>
                </a:lnTo>
                <a:lnTo>
                  <a:pt x="2566142" y="139700"/>
                </a:lnTo>
                <a:lnTo>
                  <a:pt x="2610659" y="152400"/>
                </a:lnTo>
                <a:lnTo>
                  <a:pt x="2657001" y="165100"/>
                </a:lnTo>
                <a:lnTo>
                  <a:pt x="2705196" y="177800"/>
                </a:lnTo>
                <a:lnTo>
                  <a:pt x="2861183" y="177800"/>
                </a:lnTo>
                <a:lnTo>
                  <a:pt x="2969968" y="152400"/>
                </a:lnTo>
                <a:lnTo>
                  <a:pt x="3019209" y="127000"/>
                </a:lnTo>
                <a:lnTo>
                  <a:pt x="3061879" y="101600"/>
                </a:lnTo>
                <a:lnTo>
                  <a:pt x="3095625" y="76200"/>
                </a:lnTo>
                <a:lnTo>
                  <a:pt x="3063208" y="63500"/>
                </a:lnTo>
                <a:lnTo>
                  <a:pt x="3031267" y="63500"/>
                </a:lnTo>
                <a:lnTo>
                  <a:pt x="2968625" y="38100"/>
                </a:lnTo>
                <a:lnTo>
                  <a:pt x="2885440" y="0"/>
                </a:lnTo>
                <a:close/>
              </a:path>
            </a:pathLst>
          </a:custGeom>
          <a:solidFill>
            <a:srgbClr val="5D6A76">
              <a:alpha val="10195"/>
            </a:srgbClr>
          </a:solidFill>
        </p:spPr>
        <p:txBody>
          <a:bodyPr wrap="square" lIns="0" tIns="0" rIns="0" bIns="0" rtlCol="0"/>
          <a:lstStyle/>
          <a:p>
            <a:endParaRPr/>
          </a:p>
        </p:txBody>
      </p:sp>
      <p:sp>
        <p:nvSpPr>
          <p:cNvPr id="20" name="bg object 20"/>
          <p:cNvSpPr/>
          <p:nvPr/>
        </p:nvSpPr>
        <p:spPr>
          <a:xfrm>
            <a:off x="9163050" y="2457450"/>
            <a:ext cx="3028950" cy="4342130"/>
          </a:xfrm>
          <a:custGeom>
            <a:avLst/>
            <a:gdLst/>
            <a:ahLst/>
            <a:cxnLst/>
            <a:rect l="l" t="t" r="r" b="b"/>
            <a:pathLst>
              <a:path w="3028950" h="4342130">
                <a:moveTo>
                  <a:pt x="896960" y="3326040"/>
                </a:moveTo>
                <a:lnTo>
                  <a:pt x="763123" y="3326040"/>
                </a:lnTo>
                <a:lnTo>
                  <a:pt x="633579" y="3364140"/>
                </a:lnTo>
                <a:lnTo>
                  <a:pt x="591410" y="3389540"/>
                </a:lnTo>
                <a:lnTo>
                  <a:pt x="508669" y="3440340"/>
                </a:lnTo>
                <a:lnTo>
                  <a:pt x="468122" y="3478440"/>
                </a:lnTo>
                <a:lnTo>
                  <a:pt x="485217" y="3491140"/>
                </a:lnTo>
                <a:lnTo>
                  <a:pt x="507303" y="3516540"/>
                </a:lnTo>
                <a:lnTo>
                  <a:pt x="534926" y="3529240"/>
                </a:lnTo>
                <a:lnTo>
                  <a:pt x="568636" y="3541940"/>
                </a:lnTo>
                <a:lnTo>
                  <a:pt x="608980" y="3554640"/>
                </a:lnTo>
                <a:lnTo>
                  <a:pt x="656506" y="3567340"/>
                </a:lnTo>
                <a:lnTo>
                  <a:pt x="711762" y="3567340"/>
                </a:lnTo>
                <a:lnTo>
                  <a:pt x="775295" y="3580040"/>
                </a:lnTo>
                <a:lnTo>
                  <a:pt x="847654" y="3592740"/>
                </a:lnTo>
                <a:lnTo>
                  <a:pt x="929385" y="3592740"/>
                </a:lnTo>
                <a:lnTo>
                  <a:pt x="892643" y="3618140"/>
                </a:lnTo>
                <a:lnTo>
                  <a:pt x="860329" y="3643540"/>
                </a:lnTo>
                <a:lnTo>
                  <a:pt x="830159" y="3668940"/>
                </a:lnTo>
                <a:lnTo>
                  <a:pt x="799846" y="3681640"/>
                </a:lnTo>
                <a:lnTo>
                  <a:pt x="751353" y="3707040"/>
                </a:lnTo>
                <a:lnTo>
                  <a:pt x="702348" y="3719740"/>
                </a:lnTo>
                <a:lnTo>
                  <a:pt x="652837" y="3745140"/>
                </a:lnTo>
                <a:lnTo>
                  <a:pt x="503325" y="3783240"/>
                </a:lnTo>
                <a:lnTo>
                  <a:pt x="457311" y="3808640"/>
                </a:lnTo>
                <a:lnTo>
                  <a:pt x="413868" y="3834040"/>
                </a:lnTo>
                <a:lnTo>
                  <a:pt x="372586" y="3859440"/>
                </a:lnTo>
                <a:lnTo>
                  <a:pt x="333054" y="3884840"/>
                </a:lnTo>
                <a:lnTo>
                  <a:pt x="294862" y="3922940"/>
                </a:lnTo>
                <a:lnTo>
                  <a:pt x="257598" y="3948340"/>
                </a:lnTo>
                <a:lnTo>
                  <a:pt x="220852" y="3986440"/>
                </a:lnTo>
                <a:lnTo>
                  <a:pt x="182406" y="4024540"/>
                </a:lnTo>
                <a:lnTo>
                  <a:pt x="146455" y="4062640"/>
                </a:lnTo>
                <a:lnTo>
                  <a:pt x="112881" y="4100740"/>
                </a:lnTo>
                <a:lnTo>
                  <a:pt x="81566" y="4151540"/>
                </a:lnTo>
                <a:lnTo>
                  <a:pt x="52392" y="4189640"/>
                </a:lnTo>
                <a:lnTo>
                  <a:pt x="25243" y="4240440"/>
                </a:lnTo>
                <a:lnTo>
                  <a:pt x="0" y="4291240"/>
                </a:lnTo>
                <a:lnTo>
                  <a:pt x="35915" y="4329340"/>
                </a:lnTo>
                <a:lnTo>
                  <a:pt x="65198" y="4342040"/>
                </a:lnTo>
                <a:lnTo>
                  <a:pt x="94743" y="4342040"/>
                </a:lnTo>
                <a:lnTo>
                  <a:pt x="131445" y="4316640"/>
                </a:lnTo>
                <a:lnTo>
                  <a:pt x="172217" y="4291240"/>
                </a:lnTo>
                <a:lnTo>
                  <a:pt x="212259" y="4253140"/>
                </a:lnTo>
                <a:lnTo>
                  <a:pt x="369570" y="4100740"/>
                </a:lnTo>
                <a:lnTo>
                  <a:pt x="407678" y="4075340"/>
                </a:lnTo>
                <a:lnTo>
                  <a:pt x="484509" y="3999140"/>
                </a:lnTo>
                <a:lnTo>
                  <a:pt x="645922" y="3846740"/>
                </a:lnTo>
                <a:lnTo>
                  <a:pt x="859519" y="3846740"/>
                </a:lnTo>
                <a:lnTo>
                  <a:pt x="876195" y="3808640"/>
                </a:lnTo>
                <a:lnTo>
                  <a:pt x="901936" y="3770540"/>
                </a:lnTo>
                <a:lnTo>
                  <a:pt x="931007" y="3719740"/>
                </a:lnTo>
                <a:lnTo>
                  <a:pt x="963233" y="3681640"/>
                </a:lnTo>
                <a:lnTo>
                  <a:pt x="998438" y="3656240"/>
                </a:lnTo>
                <a:lnTo>
                  <a:pt x="1036447" y="3618140"/>
                </a:lnTo>
                <a:lnTo>
                  <a:pt x="1073298" y="3580040"/>
                </a:lnTo>
                <a:lnTo>
                  <a:pt x="1111234" y="3554640"/>
                </a:lnTo>
                <a:lnTo>
                  <a:pt x="1152479" y="3516540"/>
                </a:lnTo>
                <a:lnTo>
                  <a:pt x="1199260" y="3465740"/>
                </a:lnTo>
                <a:lnTo>
                  <a:pt x="1391525" y="3465740"/>
                </a:lnTo>
                <a:lnTo>
                  <a:pt x="1394209" y="3453040"/>
                </a:lnTo>
                <a:lnTo>
                  <a:pt x="1401318" y="3414940"/>
                </a:lnTo>
                <a:lnTo>
                  <a:pt x="1405047" y="3402240"/>
                </a:lnTo>
                <a:lnTo>
                  <a:pt x="1176147" y="3402240"/>
                </a:lnTo>
                <a:lnTo>
                  <a:pt x="1128634" y="3389540"/>
                </a:lnTo>
                <a:lnTo>
                  <a:pt x="1081497" y="3364140"/>
                </a:lnTo>
                <a:lnTo>
                  <a:pt x="988401" y="3338740"/>
                </a:lnTo>
                <a:lnTo>
                  <a:pt x="942467" y="3338740"/>
                </a:lnTo>
                <a:lnTo>
                  <a:pt x="896960" y="3326040"/>
                </a:lnTo>
                <a:close/>
              </a:path>
              <a:path w="3028950" h="4342130">
                <a:moveTo>
                  <a:pt x="859519" y="3846740"/>
                </a:moveTo>
                <a:lnTo>
                  <a:pt x="645922" y="3846740"/>
                </a:lnTo>
                <a:lnTo>
                  <a:pt x="648335" y="3897540"/>
                </a:lnTo>
                <a:lnTo>
                  <a:pt x="645077" y="3935640"/>
                </a:lnTo>
                <a:lnTo>
                  <a:pt x="633010" y="4024540"/>
                </a:lnTo>
                <a:lnTo>
                  <a:pt x="629932" y="4075340"/>
                </a:lnTo>
                <a:lnTo>
                  <a:pt x="632645" y="4113440"/>
                </a:lnTo>
                <a:lnTo>
                  <a:pt x="644017" y="4164240"/>
                </a:lnTo>
                <a:lnTo>
                  <a:pt x="681324" y="4126140"/>
                </a:lnTo>
                <a:lnTo>
                  <a:pt x="715616" y="4100740"/>
                </a:lnTo>
                <a:lnTo>
                  <a:pt x="746710" y="4062640"/>
                </a:lnTo>
                <a:lnTo>
                  <a:pt x="774420" y="4024540"/>
                </a:lnTo>
                <a:lnTo>
                  <a:pt x="798562" y="3986440"/>
                </a:lnTo>
                <a:lnTo>
                  <a:pt x="818952" y="3948340"/>
                </a:lnTo>
                <a:lnTo>
                  <a:pt x="835405" y="3897540"/>
                </a:lnTo>
                <a:lnTo>
                  <a:pt x="853960" y="3859440"/>
                </a:lnTo>
                <a:lnTo>
                  <a:pt x="859519" y="3846740"/>
                </a:lnTo>
                <a:close/>
              </a:path>
              <a:path w="3028950" h="4342130">
                <a:moveTo>
                  <a:pt x="1391525" y="3465740"/>
                </a:moveTo>
                <a:lnTo>
                  <a:pt x="1199260" y="3465740"/>
                </a:lnTo>
                <a:lnTo>
                  <a:pt x="1189045" y="3529240"/>
                </a:lnTo>
                <a:lnTo>
                  <a:pt x="1179987" y="3592740"/>
                </a:lnTo>
                <a:lnTo>
                  <a:pt x="1171326" y="3643540"/>
                </a:lnTo>
                <a:lnTo>
                  <a:pt x="1162298" y="3694340"/>
                </a:lnTo>
                <a:lnTo>
                  <a:pt x="1152144" y="3745140"/>
                </a:lnTo>
                <a:lnTo>
                  <a:pt x="1141115" y="3795940"/>
                </a:lnTo>
                <a:lnTo>
                  <a:pt x="1128532" y="3834040"/>
                </a:lnTo>
                <a:lnTo>
                  <a:pt x="1114973" y="3884840"/>
                </a:lnTo>
                <a:lnTo>
                  <a:pt x="1101018" y="3922940"/>
                </a:lnTo>
                <a:lnTo>
                  <a:pt x="1087247" y="3973740"/>
                </a:lnTo>
                <a:lnTo>
                  <a:pt x="1122045" y="3973740"/>
                </a:lnTo>
                <a:lnTo>
                  <a:pt x="1159644" y="3935640"/>
                </a:lnTo>
                <a:lnTo>
                  <a:pt x="1195367" y="3897540"/>
                </a:lnTo>
                <a:lnTo>
                  <a:pt x="1228931" y="3859440"/>
                </a:lnTo>
                <a:lnTo>
                  <a:pt x="1260052" y="3821340"/>
                </a:lnTo>
                <a:lnTo>
                  <a:pt x="1288446" y="3783240"/>
                </a:lnTo>
                <a:lnTo>
                  <a:pt x="1313831" y="3745140"/>
                </a:lnTo>
                <a:lnTo>
                  <a:pt x="1335922" y="3694340"/>
                </a:lnTo>
                <a:lnTo>
                  <a:pt x="1354436" y="3643540"/>
                </a:lnTo>
                <a:lnTo>
                  <a:pt x="1369090" y="3605440"/>
                </a:lnTo>
                <a:lnTo>
                  <a:pt x="1379601" y="3541940"/>
                </a:lnTo>
                <a:lnTo>
                  <a:pt x="1384280" y="3516540"/>
                </a:lnTo>
                <a:lnTo>
                  <a:pt x="1388840" y="3478440"/>
                </a:lnTo>
                <a:lnTo>
                  <a:pt x="1391525" y="3465740"/>
                </a:lnTo>
                <a:close/>
              </a:path>
              <a:path w="3028950" h="4342130">
                <a:moveTo>
                  <a:pt x="1826757" y="3135540"/>
                </a:moveTo>
                <a:lnTo>
                  <a:pt x="1611502" y="3135540"/>
                </a:lnTo>
                <a:lnTo>
                  <a:pt x="1604843" y="3186340"/>
                </a:lnTo>
                <a:lnTo>
                  <a:pt x="1597594" y="3249840"/>
                </a:lnTo>
                <a:lnTo>
                  <a:pt x="1590563" y="3300640"/>
                </a:lnTo>
                <a:lnTo>
                  <a:pt x="1584560" y="3351440"/>
                </a:lnTo>
                <a:lnTo>
                  <a:pt x="1580390" y="3414940"/>
                </a:lnTo>
                <a:lnTo>
                  <a:pt x="1578864" y="3465740"/>
                </a:lnTo>
                <a:lnTo>
                  <a:pt x="1577984" y="3516540"/>
                </a:lnTo>
                <a:lnTo>
                  <a:pt x="1575425" y="3567340"/>
                </a:lnTo>
                <a:lnTo>
                  <a:pt x="1571498" y="3618140"/>
                </a:lnTo>
                <a:lnTo>
                  <a:pt x="1566512" y="3668940"/>
                </a:lnTo>
                <a:lnTo>
                  <a:pt x="1560778" y="3719740"/>
                </a:lnTo>
                <a:lnTo>
                  <a:pt x="1554606" y="3783240"/>
                </a:lnTo>
                <a:lnTo>
                  <a:pt x="1601116" y="3757840"/>
                </a:lnTo>
                <a:lnTo>
                  <a:pt x="1629695" y="3732440"/>
                </a:lnTo>
                <a:lnTo>
                  <a:pt x="1658874" y="3681640"/>
                </a:lnTo>
                <a:lnTo>
                  <a:pt x="1680069" y="3630840"/>
                </a:lnTo>
                <a:lnTo>
                  <a:pt x="1700813" y="3592740"/>
                </a:lnTo>
                <a:lnTo>
                  <a:pt x="1720849" y="3541940"/>
                </a:lnTo>
                <a:lnTo>
                  <a:pt x="1739920" y="3491140"/>
                </a:lnTo>
                <a:lnTo>
                  <a:pt x="1757770" y="3440340"/>
                </a:lnTo>
                <a:lnTo>
                  <a:pt x="1774142" y="3402240"/>
                </a:lnTo>
                <a:lnTo>
                  <a:pt x="1788780" y="3351440"/>
                </a:lnTo>
                <a:lnTo>
                  <a:pt x="1801428" y="3300640"/>
                </a:lnTo>
                <a:lnTo>
                  <a:pt x="1811829" y="3249840"/>
                </a:lnTo>
                <a:lnTo>
                  <a:pt x="1819726" y="3199040"/>
                </a:lnTo>
                <a:lnTo>
                  <a:pt x="1824863" y="3148240"/>
                </a:lnTo>
                <a:lnTo>
                  <a:pt x="1826757" y="3135540"/>
                </a:lnTo>
                <a:close/>
              </a:path>
              <a:path w="3028950" h="4342130">
                <a:moveTo>
                  <a:pt x="2411968" y="2652940"/>
                </a:moveTo>
                <a:lnTo>
                  <a:pt x="1472231" y="2652940"/>
                </a:lnTo>
                <a:lnTo>
                  <a:pt x="1520620" y="2665640"/>
                </a:lnTo>
                <a:lnTo>
                  <a:pt x="2179320" y="2665640"/>
                </a:lnTo>
                <a:lnTo>
                  <a:pt x="2162878" y="2703740"/>
                </a:lnTo>
                <a:lnTo>
                  <a:pt x="2149160" y="2754540"/>
                </a:lnTo>
                <a:lnTo>
                  <a:pt x="2137792" y="2805340"/>
                </a:lnTo>
                <a:lnTo>
                  <a:pt x="2128401" y="2843440"/>
                </a:lnTo>
                <a:lnTo>
                  <a:pt x="2120614" y="2894240"/>
                </a:lnTo>
                <a:lnTo>
                  <a:pt x="2114056" y="2945040"/>
                </a:lnTo>
                <a:lnTo>
                  <a:pt x="2108354" y="2995840"/>
                </a:lnTo>
                <a:lnTo>
                  <a:pt x="2103134" y="3033940"/>
                </a:lnTo>
                <a:lnTo>
                  <a:pt x="2098024" y="3084740"/>
                </a:lnTo>
                <a:lnTo>
                  <a:pt x="2092649" y="3135540"/>
                </a:lnTo>
                <a:lnTo>
                  <a:pt x="2086635" y="3173640"/>
                </a:lnTo>
                <a:lnTo>
                  <a:pt x="2079610" y="3224440"/>
                </a:lnTo>
                <a:lnTo>
                  <a:pt x="2071200" y="3275240"/>
                </a:lnTo>
                <a:lnTo>
                  <a:pt x="2061031" y="3313340"/>
                </a:lnTo>
                <a:lnTo>
                  <a:pt x="2048730" y="3364140"/>
                </a:lnTo>
                <a:lnTo>
                  <a:pt x="2033923" y="3414940"/>
                </a:lnTo>
                <a:lnTo>
                  <a:pt x="2016236" y="3453040"/>
                </a:lnTo>
                <a:lnTo>
                  <a:pt x="1995297" y="3503840"/>
                </a:lnTo>
                <a:lnTo>
                  <a:pt x="2038475" y="3491140"/>
                </a:lnTo>
                <a:lnTo>
                  <a:pt x="2093684" y="3465740"/>
                </a:lnTo>
                <a:lnTo>
                  <a:pt x="2135895" y="3389540"/>
                </a:lnTo>
                <a:lnTo>
                  <a:pt x="2161881" y="3351440"/>
                </a:lnTo>
                <a:lnTo>
                  <a:pt x="2214141" y="3249840"/>
                </a:lnTo>
                <a:lnTo>
                  <a:pt x="2239883" y="3211740"/>
                </a:lnTo>
                <a:lnTo>
                  <a:pt x="2265011" y="3160940"/>
                </a:lnTo>
                <a:lnTo>
                  <a:pt x="2289260" y="3110140"/>
                </a:lnTo>
                <a:lnTo>
                  <a:pt x="2312364" y="3059340"/>
                </a:lnTo>
                <a:lnTo>
                  <a:pt x="2334056" y="3021240"/>
                </a:lnTo>
                <a:lnTo>
                  <a:pt x="2354072" y="2970440"/>
                </a:lnTo>
                <a:lnTo>
                  <a:pt x="2369108" y="2919640"/>
                </a:lnTo>
                <a:lnTo>
                  <a:pt x="2380517" y="2881540"/>
                </a:lnTo>
                <a:lnTo>
                  <a:pt x="2389185" y="2830740"/>
                </a:lnTo>
                <a:lnTo>
                  <a:pt x="2395997" y="2779940"/>
                </a:lnTo>
                <a:lnTo>
                  <a:pt x="2401839" y="2729140"/>
                </a:lnTo>
                <a:lnTo>
                  <a:pt x="2407596" y="2678340"/>
                </a:lnTo>
                <a:lnTo>
                  <a:pt x="2411968" y="2652940"/>
                </a:lnTo>
                <a:close/>
              </a:path>
              <a:path w="3028950" h="4342130">
                <a:moveTo>
                  <a:pt x="1306623" y="2957740"/>
                </a:moveTo>
                <a:lnTo>
                  <a:pt x="1168203" y="2957740"/>
                </a:lnTo>
                <a:lnTo>
                  <a:pt x="1073640" y="2983140"/>
                </a:lnTo>
                <a:lnTo>
                  <a:pt x="1025651" y="3008540"/>
                </a:lnTo>
                <a:lnTo>
                  <a:pt x="975336" y="3033940"/>
                </a:lnTo>
                <a:lnTo>
                  <a:pt x="928294" y="3059340"/>
                </a:lnTo>
                <a:lnTo>
                  <a:pt x="886763" y="3097440"/>
                </a:lnTo>
                <a:lnTo>
                  <a:pt x="852980" y="3135540"/>
                </a:lnTo>
                <a:lnTo>
                  <a:pt x="829182" y="3173640"/>
                </a:lnTo>
                <a:lnTo>
                  <a:pt x="1020806" y="3173640"/>
                </a:lnTo>
                <a:lnTo>
                  <a:pt x="1068195" y="3186340"/>
                </a:lnTo>
                <a:lnTo>
                  <a:pt x="1115626" y="3186340"/>
                </a:lnTo>
                <a:lnTo>
                  <a:pt x="1357756" y="3249840"/>
                </a:lnTo>
                <a:lnTo>
                  <a:pt x="1244535" y="3351440"/>
                </a:lnTo>
                <a:lnTo>
                  <a:pt x="1176147" y="3402240"/>
                </a:lnTo>
                <a:lnTo>
                  <a:pt x="1405047" y="3402240"/>
                </a:lnTo>
                <a:lnTo>
                  <a:pt x="1412505" y="3376840"/>
                </a:lnTo>
                <a:lnTo>
                  <a:pt x="1425415" y="3338740"/>
                </a:lnTo>
                <a:lnTo>
                  <a:pt x="1442212" y="3287940"/>
                </a:lnTo>
                <a:lnTo>
                  <a:pt x="1465062" y="3262540"/>
                </a:lnTo>
                <a:lnTo>
                  <a:pt x="1496132" y="3224440"/>
                </a:lnTo>
                <a:lnTo>
                  <a:pt x="1537589" y="3199040"/>
                </a:lnTo>
                <a:lnTo>
                  <a:pt x="1557371" y="3186340"/>
                </a:lnTo>
                <a:lnTo>
                  <a:pt x="1575450" y="3173640"/>
                </a:lnTo>
                <a:lnTo>
                  <a:pt x="1593078" y="3160940"/>
                </a:lnTo>
                <a:lnTo>
                  <a:pt x="1611502" y="3135540"/>
                </a:lnTo>
                <a:lnTo>
                  <a:pt x="1826757" y="3135540"/>
                </a:lnTo>
                <a:lnTo>
                  <a:pt x="1830545" y="3110140"/>
                </a:lnTo>
                <a:lnTo>
                  <a:pt x="1838751" y="3072040"/>
                </a:lnTo>
                <a:lnTo>
                  <a:pt x="1571878" y="3072040"/>
                </a:lnTo>
                <a:lnTo>
                  <a:pt x="1528692" y="3033940"/>
                </a:lnTo>
                <a:lnTo>
                  <a:pt x="1485106" y="3021240"/>
                </a:lnTo>
                <a:lnTo>
                  <a:pt x="1441114" y="2995840"/>
                </a:lnTo>
                <a:lnTo>
                  <a:pt x="1306623" y="2957740"/>
                </a:lnTo>
                <a:close/>
              </a:path>
              <a:path w="3028950" h="4342130">
                <a:moveTo>
                  <a:pt x="2816188" y="2157640"/>
                </a:moveTo>
                <a:lnTo>
                  <a:pt x="2680461" y="2157640"/>
                </a:lnTo>
                <a:lnTo>
                  <a:pt x="2661985" y="2208440"/>
                </a:lnTo>
                <a:lnTo>
                  <a:pt x="2648315" y="2259240"/>
                </a:lnTo>
                <a:lnTo>
                  <a:pt x="2638781" y="2297340"/>
                </a:lnTo>
                <a:lnTo>
                  <a:pt x="2632716" y="2348140"/>
                </a:lnTo>
                <a:lnTo>
                  <a:pt x="2629452" y="2398940"/>
                </a:lnTo>
                <a:lnTo>
                  <a:pt x="2628319" y="2449740"/>
                </a:lnTo>
                <a:lnTo>
                  <a:pt x="2628651" y="2487840"/>
                </a:lnTo>
                <a:lnTo>
                  <a:pt x="2629777" y="2538640"/>
                </a:lnTo>
                <a:lnTo>
                  <a:pt x="2631031" y="2589440"/>
                </a:lnTo>
                <a:lnTo>
                  <a:pt x="2631565" y="2627540"/>
                </a:lnTo>
                <a:lnTo>
                  <a:pt x="2631245" y="2691040"/>
                </a:lnTo>
                <a:lnTo>
                  <a:pt x="2628869" y="2729140"/>
                </a:lnTo>
                <a:lnTo>
                  <a:pt x="2623947" y="2779940"/>
                </a:lnTo>
                <a:lnTo>
                  <a:pt x="2617147" y="2830740"/>
                </a:lnTo>
                <a:lnTo>
                  <a:pt x="2610993" y="2881540"/>
                </a:lnTo>
                <a:lnTo>
                  <a:pt x="2605325" y="2945040"/>
                </a:lnTo>
                <a:lnTo>
                  <a:pt x="2599986" y="2995840"/>
                </a:lnTo>
                <a:lnTo>
                  <a:pt x="2589656" y="3097440"/>
                </a:lnTo>
                <a:lnTo>
                  <a:pt x="2590286" y="3110140"/>
                </a:lnTo>
                <a:lnTo>
                  <a:pt x="2593546" y="3122840"/>
                </a:lnTo>
                <a:lnTo>
                  <a:pt x="2598640" y="3148240"/>
                </a:lnTo>
                <a:lnTo>
                  <a:pt x="2604770" y="3173640"/>
                </a:lnTo>
                <a:lnTo>
                  <a:pt x="2628473" y="3148240"/>
                </a:lnTo>
                <a:lnTo>
                  <a:pt x="2648854" y="3122840"/>
                </a:lnTo>
                <a:lnTo>
                  <a:pt x="2665545" y="3110140"/>
                </a:lnTo>
                <a:lnTo>
                  <a:pt x="2678176" y="3084740"/>
                </a:lnTo>
                <a:lnTo>
                  <a:pt x="2701408" y="3046640"/>
                </a:lnTo>
                <a:lnTo>
                  <a:pt x="2724079" y="2995840"/>
                </a:lnTo>
                <a:lnTo>
                  <a:pt x="2746327" y="2957740"/>
                </a:lnTo>
                <a:lnTo>
                  <a:pt x="2768289" y="2906940"/>
                </a:lnTo>
                <a:lnTo>
                  <a:pt x="2811906" y="2818040"/>
                </a:lnTo>
                <a:lnTo>
                  <a:pt x="2830854" y="2767240"/>
                </a:lnTo>
                <a:lnTo>
                  <a:pt x="2841352" y="2716440"/>
                </a:lnTo>
                <a:lnTo>
                  <a:pt x="2845514" y="2665640"/>
                </a:lnTo>
                <a:lnTo>
                  <a:pt x="2845453" y="2614840"/>
                </a:lnTo>
                <a:lnTo>
                  <a:pt x="2839029" y="2462440"/>
                </a:lnTo>
                <a:lnTo>
                  <a:pt x="2835560" y="2411640"/>
                </a:lnTo>
                <a:lnTo>
                  <a:pt x="2830615" y="2360840"/>
                </a:lnTo>
                <a:lnTo>
                  <a:pt x="2824099" y="2322740"/>
                </a:lnTo>
                <a:lnTo>
                  <a:pt x="2817953" y="2271940"/>
                </a:lnTo>
                <a:lnTo>
                  <a:pt x="2814869" y="2221140"/>
                </a:lnTo>
                <a:lnTo>
                  <a:pt x="2815010" y="2170340"/>
                </a:lnTo>
                <a:lnTo>
                  <a:pt x="2816188" y="2157640"/>
                </a:lnTo>
                <a:close/>
              </a:path>
              <a:path w="3028950" h="4342130">
                <a:moveTo>
                  <a:pt x="2179320" y="2665640"/>
                </a:moveTo>
                <a:lnTo>
                  <a:pt x="1569974" y="2665640"/>
                </a:lnTo>
                <a:lnTo>
                  <a:pt x="1664640" y="2691040"/>
                </a:lnTo>
                <a:lnTo>
                  <a:pt x="1712710" y="2691040"/>
                </a:lnTo>
                <a:lnTo>
                  <a:pt x="1811618" y="2716440"/>
                </a:lnTo>
                <a:lnTo>
                  <a:pt x="1862974" y="2716440"/>
                </a:lnTo>
                <a:lnTo>
                  <a:pt x="1970785" y="2741840"/>
                </a:lnTo>
                <a:lnTo>
                  <a:pt x="1571878" y="3072040"/>
                </a:lnTo>
                <a:lnTo>
                  <a:pt x="1838751" y="3072040"/>
                </a:lnTo>
                <a:lnTo>
                  <a:pt x="1841486" y="3059340"/>
                </a:lnTo>
                <a:lnTo>
                  <a:pt x="1857234" y="3021240"/>
                </a:lnTo>
                <a:lnTo>
                  <a:pt x="1877335" y="2970440"/>
                </a:lnTo>
                <a:lnTo>
                  <a:pt x="1901335" y="2932340"/>
                </a:lnTo>
                <a:lnTo>
                  <a:pt x="1928781" y="2894240"/>
                </a:lnTo>
                <a:lnTo>
                  <a:pt x="1959220" y="2856140"/>
                </a:lnTo>
                <a:lnTo>
                  <a:pt x="1992199" y="2805340"/>
                </a:lnTo>
                <a:lnTo>
                  <a:pt x="2027264" y="2779940"/>
                </a:lnTo>
                <a:lnTo>
                  <a:pt x="2063962" y="2741840"/>
                </a:lnTo>
                <a:lnTo>
                  <a:pt x="2101839" y="2716440"/>
                </a:lnTo>
                <a:lnTo>
                  <a:pt x="2140443" y="2678340"/>
                </a:lnTo>
                <a:lnTo>
                  <a:pt x="2179320" y="2665640"/>
                </a:lnTo>
                <a:close/>
              </a:path>
              <a:path w="3028950" h="4342130">
                <a:moveTo>
                  <a:pt x="1920749" y="2424340"/>
                </a:moveTo>
                <a:lnTo>
                  <a:pt x="1739523" y="2424340"/>
                </a:lnTo>
                <a:lnTo>
                  <a:pt x="1552955" y="2475140"/>
                </a:lnTo>
                <a:lnTo>
                  <a:pt x="1511707" y="2500540"/>
                </a:lnTo>
                <a:lnTo>
                  <a:pt x="1470572" y="2513240"/>
                </a:lnTo>
                <a:lnTo>
                  <a:pt x="1430348" y="2538640"/>
                </a:lnTo>
                <a:lnTo>
                  <a:pt x="1391832" y="2564040"/>
                </a:lnTo>
                <a:lnTo>
                  <a:pt x="1355822" y="2589440"/>
                </a:lnTo>
                <a:lnTo>
                  <a:pt x="1323116" y="2627540"/>
                </a:lnTo>
                <a:lnTo>
                  <a:pt x="1294510" y="2678340"/>
                </a:lnTo>
                <a:lnTo>
                  <a:pt x="1376299" y="2678340"/>
                </a:lnTo>
                <a:lnTo>
                  <a:pt x="1472231" y="2652940"/>
                </a:lnTo>
                <a:lnTo>
                  <a:pt x="2411968" y="2652940"/>
                </a:lnTo>
                <a:lnTo>
                  <a:pt x="2414154" y="2640240"/>
                </a:lnTo>
                <a:lnTo>
                  <a:pt x="2422398" y="2589440"/>
                </a:lnTo>
                <a:lnTo>
                  <a:pt x="2430875" y="2551340"/>
                </a:lnTo>
                <a:lnTo>
                  <a:pt x="2183003" y="2551340"/>
                </a:lnTo>
                <a:lnTo>
                  <a:pt x="2009421" y="2449740"/>
                </a:lnTo>
                <a:lnTo>
                  <a:pt x="1920749" y="2424340"/>
                </a:lnTo>
                <a:close/>
              </a:path>
              <a:path w="3028950" h="4342130">
                <a:moveTo>
                  <a:pt x="2574186" y="2246540"/>
                </a:moveTo>
                <a:lnTo>
                  <a:pt x="2485517" y="2246540"/>
                </a:lnTo>
                <a:lnTo>
                  <a:pt x="2405977" y="2322740"/>
                </a:lnTo>
                <a:lnTo>
                  <a:pt x="2183003" y="2551340"/>
                </a:lnTo>
                <a:lnTo>
                  <a:pt x="2430875" y="2551340"/>
                </a:lnTo>
                <a:lnTo>
                  <a:pt x="2433700" y="2538640"/>
                </a:lnTo>
                <a:lnTo>
                  <a:pt x="2447395" y="2487840"/>
                </a:lnTo>
                <a:lnTo>
                  <a:pt x="2463794" y="2437040"/>
                </a:lnTo>
                <a:lnTo>
                  <a:pt x="2483207" y="2386240"/>
                </a:lnTo>
                <a:lnTo>
                  <a:pt x="2505948" y="2348140"/>
                </a:lnTo>
                <a:lnTo>
                  <a:pt x="2532327" y="2310040"/>
                </a:lnTo>
                <a:lnTo>
                  <a:pt x="2562656" y="2259240"/>
                </a:lnTo>
                <a:lnTo>
                  <a:pt x="2574186" y="2246540"/>
                </a:lnTo>
                <a:close/>
              </a:path>
              <a:path w="3028950" h="4342130">
                <a:moveTo>
                  <a:pt x="2460981" y="2030640"/>
                </a:moveTo>
                <a:lnTo>
                  <a:pt x="2128771" y="2030640"/>
                </a:lnTo>
                <a:lnTo>
                  <a:pt x="1945603" y="2081440"/>
                </a:lnTo>
                <a:lnTo>
                  <a:pt x="1900334" y="2106840"/>
                </a:lnTo>
                <a:lnTo>
                  <a:pt x="1810257" y="2132240"/>
                </a:lnTo>
                <a:lnTo>
                  <a:pt x="1768341" y="2157640"/>
                </a:lnTo>
                <a:lnTo>
                  <a:pt x="1728522" y="2183040"/>
                </a:lnTo>
                <a:lnTo>
                  <a:pt x="1690764" y="2208440"/>
                </a:lnTo>
                <a:lnTo>
                  <a:pt x="1655029" y="2246540"/>
                </a:lnTo>
                <a:lnTo>
                  <a:pt x="1621281" y="2297340"/>
                </a:lnTo>
                <a:lnTo>
                  <a:pt x="1667922" y="2297340"/>
                </a:lnTo>
                <a:lnTo>
                  <a:pt x="1685861" y="2310040"/>
                </a:lnTo>
                <a:lnTo>
                  <a:pt x="1701038" y="2310040"/>
                </a:lnTo>
                <a:lnTo>
                  <a:pt x="1846147" y="2271940"/>
                </a:lnTo>
                <a:lnTo>
                  <a:pt x="1894862" y="2271940"/>
                </a:lnTo>
                <a:lnTo>
                  <a:pt x="1943721" y="2259240"/>
                </a:lnTo>
                <a:lnTo>
                  <a:pt x="2375988" y="2259240"/>
                </a:lnTo>
                <a:lnTo>
                  <a:pt x="2428033" y="2246540"/>
                </a:lnTo>
                <a:lnTo>
                  <a:pt x="2574186" y="2246540"/>
                </a:lnTo>
                <a:lnTo>
                  <a:pt x="2597247" y="2221140"/>
                </a:lnTo>
                <a:lnTo>
                  <a:pt x="2636412" y="2195740"/>
                </a:lnTo>
                <a:lnTo>
                  <a:pt x="2680461" y="2157640"/>
                </a:lnTo>
                <a:lnTo>
                  <a:pt x="2816188" y="2157640"/>
                </a:lnTo>
                <a:lnTo>
                  <a:pt x="2818543" y="2132240"/>
                </a:lnTo>
                <a:lnTo>
                  <a:pt x="2825635" y="2081440"/>
                </a:lnTo>
                <a:lnTo>
                  <a:pt x="2832844" y="2056040"/>
                </a:lnTo>
                <a:lnTo>
                  <a:pt x="2528907" y="2056040"/>
                </a:lnTo>
                <a:lnTo>
                  <a:pt x="2510028" y="2043340"/>
                </a:lnTo>
                <a:lnTo>
                  <a:pt x="2460981" y="2030640"/>
                </a:lnTo>
                <a:close/>
              </a:path>
              <a:path w="3028950" h="4342130">
                <a:moveTo>
                  <a:pt x="2976605" y="1814740"/>
                </a:moveTo>
                <a:lnTo>
                  <a:pt x="2892425" y="1814740"/>
                </a:lnTo>
                <a:lnTo>
                  <a:pt x="2827937" y="1890940"/>
                </a:lnTo>
                <a:lnTo>
                  <a:pt x="2795270" y="1929040"/>
                </a:lnTo>
                <a:lnTo>
                  <a:pt x="2761840" y="1967140"/>
                </a:lnTo>
                <a:lnTo>
                  <a:pt x="2727289" y="2005240"/>
                </a:lnTo>
                <a:lnTo>
                  <a:pt x="2691256" y="2030640"/>
                </a:lnTo>
                <a:lnTo>
                  <a:pt x="2669139" y="2043340"/>
                </a:lnTo>
                <a:lnTo>
                  <a:pt x="2642806" y="2043340"/>
                </a:lnTo>
                <a:lnTo>
                  <a:pt x="2614568" y="2056040"/>
                </a:lnTo>
                <a:lnTo>
                  <a:pt x="2832844" y="2056040"/>
                </a:lnTo>
                <a:lnTo>
                  <a:pt x="2836449" y="2043340"/>
                </a:lnTo>
                <a:lnTo>
                  <a:pt x="2851153" y="1992540"/>
                </a:lnTo>
                <a:lnTo>
                  <a:pt x="2869913" y="1954440"/>
                </a:lnTo>
                <a:lnTo>
                  <a:pt x="2892893" y="1916340"/>
                </a:lnTo>
                <a:lnTo>
                  <a:pt x="2920260" y="1878240"/>
                </a:lnTo>
                <a:lnTo>
                  <a:pt x="2952179" y="1840140"/>
                </a:lnTo>
                <a:lnTo>
                  <a:pt x="2976605" y="1814740"/>
                </a:lnTo>
                <a:close/>
              </a:path>
              <a:path w="3028950" h="4342130">
                <a:moveTo>
                  <a:pt x="2364197" y="2017940"/>
                </a:moveTo>
                <a:lnTo>
                  <a:pt x="2221939" y="2017940"/>
                </a:lnTo>
                <a:lnTo>
                  <a:pt x="2175203" y="2030640"/>
                </a:lnTo>
                <a:lnTo>
                  <a:pt x="2412379" y="2030640"/>
                </a:lnTo>
                <a:lnTo>
                  <a:pt x="2364197" y="2017940"/>
                </a:lnTo>
                <a:close/>
              </a:path>
              <a:path w="3028950" h="4342130">
                <a:moveTo>
                  <a:pt x="3028950" y="1586140"/>
                </a:moveTo>
                <a:lnTo>
                  <a:pt x="2962402" y="1598840"/>
                </a:lnTo>
                <a:lnTo>
                  <a:pt x="2913371" y="1611540"/>
                </a:lnTo>
                <a:lnTo>
                  <a:pt x="2513682" y="1611540"/>
                </a:lnTo>
                <a:lnTo>
                  <a:pt x="2465955" y="1624240"/>
                </a:lnTo>
                <a:lnTo>
                  <a:pt x="2419432" y="1624240"/>
                </a:lnTo>
                <a:lnTo>
                  <a:pt x="2374065" y="1636940"/>
                </a:lnTo>
                <a:lnTo>
                  <a:pt x="2329804" y="1662340"/>
                </a:lnTo>
                <a:lnTo>
                  <a:pt x="2286600" y="1675040"/>
                </a:lnTo>
                <a:lnTo>
                  <a:pt x="2244402" y="1700440"/>
                </a:lnTo>
                <a:lnTo>
                  <a:pt x="2203161" y="1713140"/>
                </a:lnTo>
                <a:lnTo>
                  <a:pt x="2162829" y="1738540"/>
                </a:lnTo>
                <a:lnTo>
                  <a:pt x="2123355" y="1763940"/>
                </a:lnTo>
                <a:lnTo>
                  <a:pt x="2084690" y="1802040"/>
                </a:lnTo>
                <a:lnTo>
                  <a:pt x="2046785" y="1827440"/>
                </a:lnTo>
                <a:lnTo>
                  <a:pt x="2009589" y="1852840"/>
                </a:lnTo>
                <a:lnTo>
                  <a:pt x="1973054" y="1890940"/>
                </a:lnTo>
                <a:lnTo>
                  <a:pt x="1937130" y="1929040"/>
                </a:lnTo>
                <a:lnTo>
                  <a:pt x="1931094" y="1929040"/>
                </a:lnTo>
                <a:lnTo>
                  <a:pt x="1926081" y="1941740"/>
                </a:lnTo>
                <a:lnTo>
                  <a:pt x="1920593" y="1954440"/>
                </a:lnTo>
                <a:lnTo>
                  <a:pt x="1913127" y="1979840"/>
                </a:lnTo>
                <a:lnTo>
                  <a:pt x="1988184" y="1979840"/>
                </a:lnTo>
                <a:lnTo>
                  <a:pt x="2036179" y="1954440"/>
                </a:lnTo>
                <a:lnTo>
                  <a:pt x="2282896" y="1890940"/>
                </a:lnTo>
                <a:lnTo>
                  <a:pt x="2333193" y="1890940"/>
                </a:lnTo>
                <a:lnTo>
                  <a:pt x="2383676" y="1878240"/>
                </a:lnTo>
                <a:lnTo>
                  <a:pt x="2434289" y="1878240"/>
                </a:lnTo>
                <a:lnTo>
                  <a:pt x="2484974" y="1865540"/>
                </a:lnTo>
                <a:lnTo>
                  <a:pt x="2586336" y="1865540"/>
                </a:lnTo>
                <a:lnTo>
                  <a:pt x="2636901" y="1852840"/>
                </a:lnTo>
                <a:lnTo>
                  <a:pt x="2684835" y="1852840"/>
                </a:lnTo>
                <a:lnTo>
                  <a:pt x="2783753" y="1827440"/>
                </a:lnTo>
                <a:lnTo>
                  <a:pt x="2836443" y="1827440"/>
                </a:lnTo>
                <a:lnTo>
                  <a:pt x="2892425" y="1814740"/>
                </a:lnTo>
                <a:lnTo>
                  <a:pt x="2976605" y="1814740"/>
                </a:lnTo>
                <a:lnTo>
                  <a:pt x="2988818" y="1802040"/>
                </a:lnTo>
                <a:lnTo>
                  <a:pt x="3028950" y="1763940"/>
                </a:lnTo>
                <a:lnTo>
                  <a:pt x="3028950" y="1586140"/>
                </a:lnTo>
                <a:close/>
              </a:path>
              <a:path w="3028950" h="4342130">
                <a:moveTo>
                  <a:pt x="3028950" y="1092580"/>
                </a:moveTo>
                <a:lnTo>
                  <a:pt x="2918332" y="1105789"/>
                </a:lnTo>
                <a:lnTo>
                  <a:pt x="2871311" y="1115380"/>
                </a:lnTo>
                <a:lnTo>
                  <a:pt x="2824880" y="1126698"/>
                </a:lnTo>
                <a:lnTo>
                  <a:pt x="2779026" y="1139730"/>
                </a:lnTo>
                <a:lnTo>
                  <a:pt x="2733737" y="1154465"/>
                </a:lnTo>
                <a:lnTo>
                  <a:pt x="2689002" y="1170892"/>
                </a:lnTo>
                <a:lnTo>
                  <a:pt x="2644808" y="1188999"/>
                </a:lnTo>
                <a:lnTo>
                  <a:pt x="2601143" y="1208775"/>
                </a:lnTo>
                <a:lnTo>
                  <a:pt x="2557994" y="1230208"/>
                </a:lnTo>
                <a:lnTo>
                  <a:pt x="2515350" y="1253287"/>
                </a:lnTo>
                <a:lnTo>
                  <a:pt x="2435044" y="1300599"/>
                </a:lnTo>
                <a:lnTo>
                  <a:pt x="2396950" y="1323721"/>
                </a:lnTo>
                <a:lnTo>
                  <a:pt x="2360308" y="1348652"/>
                </a:lnTo>
                <a:lnTo>
                  <a:pt x="2326513" y="1376680"/>
                </a:lnTo>
                <a:lnTo>
                  <a:pt x="2294480" y="1407752"/>
                </a:lnTo>
                <a:lnTo>
                  <a:pt x="2265538" y="1441677"/>
                </a:lnTo>
                <a:lnTo>
                  <a:pt x="2244180" y="1480272"/>
                </a:lnTo>
                <a:lnTo>
                  <a:pt x="2234898" y="1525353"/>
                </a:lnTo>
                <a:lnTo>
                  <a:pt x="2242184" y="1578737"/>
                </a:lnTo>
                <a:lnTo>
                  <a:pt x="2256635" y="1574278"/>
                </a:lnTo>
                <a:lnTo>
                  <a:pt x="2269204" y="1570783"/>
                </a:lnTo>
                <a:lnTo>
                  <a:pt x="2279725" y="1567074"/>
                </a:lnTo>
                <a:lnTo>
                  <a:pt x="2288031" y="1561973"/>
                </a:lnTo>
                <a:lnTo>
                  <a:pt x="2329407" y="1528820"/>
                </a:lnTo>
                <a:lnTo>
                  <a:pt x="2372440" y="1500340"/>
                </a:lnTo>
                <a:lnTo>
                  <a:pt x="2416987" y="1476132"/>
                </a:lnTo>
                <a:lnTo>
                  <a:pt x="2462907" y="1455794"/>
                </a:lnTo>
                <a:lnTo>
                  <a:pt x="2510059" y="1438925"/>
                </a:lnTo>
                <a:lnTo>
                  <a:pt x="2558301" y="1425123"/>
                </a:lnTo>
                <a:lnTo>
                  <a:pt x="2607490" y="1413987"/>
                </a:lnTo>
                <a:lnTo>
                  <a:pt x="2657486" y="1405114"/>
                </a:lnTo>
                <a:lnTo>
                  <a:pt x="2708146" y="1398104"/>
                </a:lnTo>
                <a:lnTo>
                  <a:pt x="2759329" y="1392555"/>
                </a:lnTo>
                <a:lnTo>
                  <a:pt x="2836354" y="1384871"/>
                </a:lnTo>
                <a:lnTo>
                  <a:pt x="2874736" y="1380517"/>
                </a:lnTo>
                <a:lnTo>
                  <a:pt x="2912999" y="1375664"/>
                </a:lnTo>
                <a:lnTo>
                  <a:pt x="3028950" y="1355344"/>
                </a:lnTo>
                <a:lnTo>
                  <a:pt x="3028950" y="1092580"/>
                </a:lnTo>
                <a:close/>
              </a:path>
              <a:path w="3028950" h="4342130">
                <a:moveTo>
                  <a:pt x="3028950" y="608584"/>
                </a:moveTo>
                <a:lnTo>
                  <a:pt x="2964858" y="620704"/>
                </a:lnTo>
                <a:lnTo>
                  <a:pt x="2904763" y="642278"/>
                </a:lnTo>
                <a:lnTo>
                  <a:pt x="2828169" y="681123"/>
                </a:lnTo>
                <a:lnTo>
                  <a:pt x="2782656" y="707606"/>
                </a:lnTo>
                <a:lnTo>
                  <a:pt x="2738506" y="735687"/>
                </a:lnTo>
                <a:lnTo>
                  <a:pt x="2695741" y="765397"/>
                </a:lnTo>
                <a:lnTo>
                  <a:pt x="2654380" y="796768"/>
                </a:lnTo>
                <a:lnTo>
                  <a:pt x="2614446" y="829829"/>
                </a:lnTo>
                <a:lnTo>
                  <a:pt x="2575957" y="864613"/>
                </a:lnTo>
                <a:lnTo>
                  <a:pt x="2538935" y="901150"/>
                </a:lnTo>
                <a:lnTo>
                  <a:pt x="2503400" y="939471"/>
                </a:lnTo>
                <a:lnTo>
                  <a:pt x="2469374" y="979606"/>
                </a:lnTo>
                <a:lnTo>
                  <a:pt x="2436876" y="1021588"/>
                </a:lnTo>
                <a:lnTo>
                  <a:pt x="2418206" y="1060830"/>
                </a:lnTo>
                <a:lnTo>
                  <a:pt x="2417921" y="1065732"/>
                </a:lnTo>
                <a:lnTo>
                  <a:pt x="2419730" y="1072610"/>
                </a:lnTo>
                <a:lnTo>
                  <a:pt x="2423064" y="1082583"/>
                </a:lnTo>
                <a:lnTo>
                  <a:pt x="2427351" y="1096772"/>
                </a:lnTo>
                <a:lnTo>
                  <a:pt x="2446952" y="1087814"/>
                </a:lnTo>
                <a:lnTo>
                  <a:pt x="2466244" y="1079690"/>
                </a:lnTo>
                <a:lnTo>
                  <a:pt x="2483965" y="1070804"/>
                </a:lnTo>
                <a:lnTo>
                  <a:pt x="2498852" y="1059561"/>
                </a:lnTo>
                <a:lnTo>
                  <a:pt x="2539189" y="1023885"/>
                </a:lnTo>
                <a:lnTo>
                  <a:pt x="2582144" y="993423"/>
                </a:lnTo>
                <a:lnTo>
                  <a:pt x="2627377" y="967744"/>
                </a:lnTo>
                <a:lnTo>
                  <a:pt x="2674553" y="946417"/>
                </a:lnTo>
                <a:lnTo>
                  <a:pt x="2723332" y="929012"/>
                </a:lnTo>
                <a:lnTo>
                  <a:pt x="2773378" y="915096"/>
                </a:lnTo>
                <a:lnTo>
                  <a:pt x="2824353" y="904239"/>
                </a:lnTo>
                <a:lnTo>
                  <a:pt x="3028950" y="872109"/>
                </a:lnTo>
                <a:lnTo>
                  <a:pt x="3028950" y="608584"/>
                </a:lnTo>
                <a:close/>
              </a:path>
              <a:path w="3028950" h="4342130">
                <a:moveTo>
                  <a:pt x="3028950" y="250189"/>
                </a:moveTo>
                <a:lnTo>
                  <a:pt x="2933827" y="313944"/>
                </a:lnTo>
                <a:lnTo>
                  <a:pt x="2892643" y="344207"/>
                </a:lnTo>
                <a:lnTo>
                  <a:pt x="2851721" y="374888"/>
                </a:lnTo>
                <a:lnTo>
                  <a:pt x="2770378" y="436879"/>
                </a:lnTo>
                <a:lnTo>
                  <a:pt x="2735579" y="479520"/>
                </a:lnTo>
                <a:lnTo>
                  <a:pt x="2721086" y="504817"/>
                </a:lnTo>
                <a:lnTo>
                  <a:pt x="2706116" y="529589"/>
                </a:lnTo>
                <a:lnTo>
                  <a:pt x="2711196" y="535432"/>
                </a:lnTo>
                <a:lnTo>
                  <a:pt x="2716276" y="541147"/>
                </a:lnTo>
                <a:lnTo>
                  <a:pt x="2721355" y="546988"/>
                </a:lnTo>
                <a:lnTo>
                  <a:pt x="2735921" y="544314"/>
                </a:lnTo>
                <a:lnTo>
                  <a:pt x="2751010" y="542163"/>
                </a:lnTo>
                <a:lnTo>
                  <a:pt x="2764861" y="538773"/>
                </a:lnTo>
                <a:lnTo>
                  <a:pt x="2775711" y="532384"/>
                </a:lnTo>
                <a:lnTo>
                  <a:pt x="2812104" y="500130"/>
                </a:lnTo>
                <a:lnTo>
                  <a:pt x="2850444" y="472265"/>
                </a:lnTo>
                <a:lnTo>
                  <a:pt x="2890583" y="448500"/>
                </a:lnTo>
                <a:lnTo>
                  <a:pt x="2932373" y="428545"/>
                </a:lnTo>
                <a:lnTo>
                  <a:pt x="2975666" y="412110"/>
                </a:lnTo>
                <a:lnTo>
                  <a:pt x="3020314" y="398907"/>
                </a:lnTo>
                <a:lnTo>
                  <a:pt x="3028950" y="397255"/>
                </a:lnTo>
                <a:lnTo>
                  <a:pt x="3028950" y="250189"/>
                </a:lnTo>
                <a:close/>
              </a:path>
              <a:path w="3028950" h="4342130">
                <a:moveTo>
                  <a:pt x="2974744" y="165056"/>
                </a:moveTo>
                <a:lnTo>
                  <a:pt x="2938222" y="165056"/>
                </a:lnTo>
                <a:lnTo>
                  <a:pt x="2960227" y="165766"/>
                </a:lnTo>
                <a:lnTo>
                  <a:pt x="2974744" y="165056"/>
                </a:lnTo>
                <a:close/>
              </a:path>
              <a:path w="3028950" h="4342130">
                <a:moveTo>
                  <a:pt x="3028950" y="0"/>
                </a:moveTo>
                <a:lnTo>
                  <a:pt x="2993469" y="39909"/>
                </a:lnTo>
                <a:lnTo>
                  <a:pt x="2959734" y="81407"/>
                </a:lnTo>
                <a:lnTo>
                  <a:pt x="2938732" y="115363"/>
                </a:lnTo>
                <a:lnTo>
                  <a:pt x="2926855" y="137717"/>
                </a:lnTo>
                <a:lnTo>
                  <a:pt x="2911729" y="165226"/>
                </a:lnTo>
                <a:lnTo>
                  <a:pt x="2974744" y="165056"/>
                </a:lnTo>
                <a:lnTo>
                  <a:pt x="2977826" y="164905"/>
                </a:lnTo>
                <a:lnTo>
                  <a:pt x="2991104" y="160020"/>
                </a:lnTo>
                <a:lnTo>
                  <a:pt x="3028950" y="137413"/>
                </a:lnTo>
                <a:lnTo>
                  <a:pt x="3028950" y="0"/>
                </a:lnTo>
                <a:close/>
              </a:path>
            </a:pathLst>
          </a:custGeom>
          <a:solidFill>
            <a:srgbClr val="5D6A76">
              <a:alpha val="10195"/>
            </a:srgbClr>
          </a:solidFill>
        </p:spPr>
        <p:txBody>
          <a:bodyPr wrap="square" lIns="0" tIns="0" rIns="0" bIns="0" rtlCol="0"/>
          <a:lstStyle/>
          <a:p>
            <a:endParaRPr/>
          </a:p>
        </p:txBody>
      </p:sp>
      <p:sp>
        <p:nvSpPr>
          <p:cNvPr id="2" name="Holder 2"/>
          <p:cNvSpPr>
            <a:spLocks noGrp="1"/>
          </p:cNvSpPr>
          <p:nvPr>
            <p:ph type="title"/>
          </p:nvPr>
        </p:nvSpPr>
        <p:spPr>
          <a:xfrm>
            <a:off x="655319" y="606424"/>
            <a:ext cx="10881360" cy="758190"/>
          </a:xfrm>
          <a:prstGeom prst="rect">
            <a:avLst/>
          </a:prstGeom>
        </p:spPr>
        <p:txBody>
          <a:bodyPr wrap="square" lIns="0" tIns="0" rIns="0" bIns="0">
            <a:spAutoFit/>
          </a:bodyPr>
          <a:lstStyle>
            <a:lvl1pPr>
              <a:defRPr sz="4800" b="0" i="0">
                <a:solidFill>
                  <a:srgbClr val="533D34"/>
                </a:solidFill>
                <a:latin typeface="Cambria"/>
                <a:cs typeface="Cambria"/>
              </a:defRPr>
            </a:lvl1pPr>
          </a:lstStyle>
          <a:p>
            <a:endParaRPr/>
          </a:p>
        </p:txBody>
      </p:sp>
      <p:sp>
        <p:nvSpPr>
          <p:cNvPr id="3" name="Holder 3"/>
          <p:cNvSpPr>
            <a:spLocks noGrp="1"/>
          </p:cNvSpPr>
          <p:nvPr>
            <p:ph type="body" idx="1"/>
          </p:nvPr>
        </p:nvSpPr>
        <p:spPr>
          <a:xfrm>
            <a:off x="655319" y="1899920"/>
            <a:ext cx="10881360" cy="34512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902071" y="6490121"/>
            <a:ext cx="410210"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a:xfrm>
            <a:off x="444817" y="6444401"/>
            <a:ext cx="879475"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a:xfrm>
            <a:off x="11794870" y="6490121"/>
            <a:ext cx="167004"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 Id="rId5" Type="http://schemas.openxmlformats.org/officeDocument/2006/relationships/image" Target="../media/image6.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hyperlink" Target="https://mditech.net/a-guide-to-online-privacy/" TargetMode="Externa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geobrava.wordpress.com/" TargetMode="External"/><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tackoverflow.com/questions/38985145/count-number-of-smaller-values-while-inserting-into-binary-search-tree-bst"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stileex.xyz/en/types-computer-software/" TargetMode="External"/><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localhost:8080/Secure/index.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02755" y="4830381"/>
            <a:ext cx="2539282" cy="1495922"/>
          </a:xfrm>
          <a:prstGeom prst="rect">
            <a:avLst/>
          </a:prstGeom>
        </p:spPr>
        <p:txBody>
          <a:bodyPr vert="horz" wrap="square" lIns="0" tIns="15875" rIns="0" bIns="0" rtlCol="0" anchor="t">
            <a:spAutoFit/>
          </a:bodyPr>
          <a:lstStyle/>
          <a:p>
            <a:pPr marL="12700">
              <a:lnSpc>
                <a:spcPct val="100000"/>
              </a:lnSpc>
              <a:spcBef>
                <a:spcPts val="125"/>
              </a:spcBef>
            </a:pPr>
            <a:r>
              <a:rPr sz="1850" b="1" spc="40">
                <a:solidFill>
                  <a:srgbClr val="FFFFFF"/>
                </a:solidFill>
                <a:latin typeface="Times New Roman"/>
                <a:cs typeface="Times New Roman"/>
              </a:rPr>
              <a:t>By</a:t>
            </a:r>
            <a:endParaRPr sz="1850">
              <a:latin typeface="Times New Roman"/>
              <a:cs typeface="Times New Roman"/>
            </a:endParaRPr>
          </a:p>
          <a:p>
            <a:pPr marL="12700" marR="5080">
              <a:lnSpc>
                <a:spcPts val="2330"/>
              </a:lnSpc>
              <a:spcBef>
                <a:spcPts val="95"/>
              </a:spcBef>
            </a:pPr>
            <a:r>
              <a:rPr lang="en-US" sz="1850" b="1" spc="-135">
                <a:solidFill>
                  <a:srgbClr val="FFFFFF"/>
                </a:solidFill>
                <a:latin typeface="Times New Roman"/>
                <a:cs typeface="Times New Roman"/>
              </a:rPr>
              <a:t>P. Pravalika</a:t>
            </a:r>
            <a:endParaRPr lang="en-US" sz="1850">
              <a:solidFill>
                <a:srgbClr val="000000"/>
              </a:solidFill>
              <a:latin typeface="Times New Roman"/>
              <a:cs typeface="Times New Roman"/>
            </a:endParaRPr>
          </a:p>
          <a:p>
            <a:pPr marL="12700" marR="5080">
              <a:lnSpc>
                <a:spcPts val="2330"/>
              </a:lnSpc>
              <a:spcBef>
                <a:spcPts val="95"/>
              </a:spcBef>
            </a:pPr>
            <a:r>
              <a:rPr lang="en-US" sz="1850" b="1" spc="5" err="1">
                <a:solidFill>
                  <a:srgbClr val="FFFFFF"/>
                </a:solidFill>
                <a:latin typeface="Times New Roman"/>
                <a:cs typeface="Times New Roman"/>
              </a:rPr>
              <a:t>P.Alfa</a:t>
            </a:r>
            <a:endParaRPr lang="en-US" sz="1850" b="1" spc="5">
              <a:solidFill>
                <a:srgbClr val="FFFFFF"/>
              </a:solidFill>
              <a:latin typeface="Times New Roman"/>
              <a:cs typeface="Times New Roman"/>
            </a:endParaRPr>
          </a:p>
          <a:p>
            <a:pPr marL="12700">
              <a:lnSpc>
                <a:spcPts val="2155"/>
              </a:lnSpc>
            </a:pPr>
            <a:r>
              <a:rPr lang="en-US" sz="1850" b="1" spc="10" err="1">
                <a:solidFill>
                  <a:srgbClr val="FFFFFF"/>
                </a:solidFill>
                <a:latin typeface="Times New Roman"/>
                <a:cs typeface="Times New Roman"/>
              </a:rPr>
              <a:t>R.Venu</a:t>
            </a:r>
            <a:endParaRPr lang="en-US" sz="1850" b="1" spc="10">
              <a:solidFill>
                <a:srgbClr val="FFFFFF"/>
              </a:solidFill>
              <a:latin typeface="Times New Roman"/>
              <a:cs typeface="Times New Roman"/>
            </a:endParaRPr>
          </a:p>
          <a:p>
            <a:pPr marL="12700">
              <a:spcBef>
                <a:spcPts val="110"/>
              </a:spcBef>
            </a:pPr>
            <a:r>
              <a:rPr lang="en-US" sz="1850" b="1" spc="20">
                <a:solidFill>
                  <a:srgbClr val="FFFFFF"/>
                </a:solidFill>
                <a:latin typeface="Times New Roman"/>
                <a:cs typeface="Times New Roman"/>
              </a:rPr>
              <a:t>MD. Rahman Shareef</a:t>
            </a:r>
            <a:endParaRPr sz="1850" b="1" spc="20">
              <a:solidFill>
                <a:srgbClr val="FFFFFF"/>
              </a:solidFill>
              <a:latin typeface="Times New Roman"/>
              <a:cs typeface="Times New Roman"/>
            </a:endParaRPr>
          </a:p>
        </p:txBody>
      </p:sp>
      <p:sp>
        <p:nvSpPr>
          <p:cNvPr id="3" name="object 3"/>
          <p:cNvSpPr txBox="1"/>
          <p:nvPr/>
        </p:nvSpPr>
        <p:spPr>
          <a:xfrm>
            <a:off x="9545955" y="5110162"/>
            <a:ext cx="1849755" cy="1147109"/>
          </a:xfrm>
          <a:prstGeom prst="rect">
            <a:avLst/>
          </a:prstGeom>
        </p:spPr>
        <p:txBody>
          <a:bodyPr vert="horz" wrap="square" lIns="0" tIns="15875" rIns="0" bIns="0" rtlCol="0" anchor="t">
            <a:spAutoFit/>
          </a:bodyPr>
          <a:lstStyle/>
          <a:p>
            <a:pPr marL="41275">
              <a:lnSpc>
                <a:spcPct val="100000"/>
              </a:lnSpc>
              <a:spcBef>
                <a:spcPts val="125"/>
              </a:spcBef>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208R1A0547</a:t>
            </a:r>
            <a:r>
              <a:rPr sz="1850" b="1" spc="25">
                <a:solidFill>
                  <a:srgbClr val="FFFFFF"/>
                </a:solidFill>
                <a:latin typeface="Times New Roman"/>
                <a:cs typeface="Times New Roman"/>
              </a:rPr>
              <a:t>)</a:t>
            </a:r>
            <a:endParaRPr sz="1850">
              <a:latin typeface="Times New Roman"/>
              <a:cs typeface="Times New Roman"/>
            </a:endParaRPr>
          </a:p>
          <a:p>
            <a:pPr marL="12700">
              <a:lnSpc>
                <a:spcPts val="2200"/>
              </a:lnSpc>
              <a:spcBef>
                <a:spcPts val="35"/>
              </a:spcBef>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218R5A0546</a:t>
            </a:r>
            <a:r>
              <a:rPr sz="1850" b="1" spc="25">
                <a:solidFill>
                  <a:srgbClr val="FFFFFF"/>
                </a:solidFill>
                <a:latin typeface="Times New Roman"/>
                <a:cs typeface="Times New Roman"/>
              </a:rPr>
              <a:t>)</a:t>
            </a:r>
            <a:endParaRPr sz="1850">
              <a:latin typeface="Times New Roman"/>
              <a:cs typeface="Times New Roman"/>
            </a:endParaRPr>
          </a:p>
          <a:p>
            <a:pPr marL="31750">
              <a:lnSpc>
                <a:spcPts val="2180"/>
              </a:lnSpc>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208R1A0548</a:t>
            </a:r>
            <a:r>
              <a:rPr sz="1850" b="1" spc="25">
                <a:solidFill>
                  <a:srgbClr val="FFFFFF"/>
                </a:solidFill>
                <a:latin typeface="Times New Roman"/>
                <a:cs typeface="Times New Roman"/>
              </a:rPr>
              <a:t>)</a:t>
            </a:r>
            <a:endParaRPr sz="1850">
              <a:latin typeface="Times New Roman"/>
              <a:cs typeface="Times New Roman"/>
            </a:endParaRPr>
          </a:p>
          <a:p>
            <a:pPr marL="31750">
              <a:lnSpc>
                <a:spcPts val="2200"/>
              </a:lnSpc>
              <a:tabLst>
                <a:tab pos="355600"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208R1A0552</a:t>
            </a:r>
            <a:r>
              <a:rPr sz="1850" b="1" spc="25">
                <a:solidFill>
                  <a:srgbClr val="FFFFFF"/>
                </a:solidFill>
                <a:latin typeface="Times New Roman"/>
                <a:cs typeface="Times New Roman"/>
              </a:rPr>
              <a:t>)</a:t>
            </a:r>
            <a:endParaRPr sz="1850">
              <a:latin typeface="Times New Roman"/>
              <a:cs typeface="Times New Roman"/>
            </a:endParaRPr>
          </a:p>
        </p:txBody>
      </p:sp>
      <p:grpSp>
        <p:nvGrpSpPr>
          <p:cNvPr id="4" name="object 4"/>
          <p:cNvGrpSpPr/>
          <p:nvPr/>
        </p:nvGrpSpPr>
        <p:grpSpPr>
          <a:xfrm>
            <a:off x="2134698" y="216102"/>
            <a:ext cx="8559026" cy="1841798"/>
            <a:chOff x="2105010" y="37973"/>
            <a:chExt cx="9053830" cy="2138680"/>
          </a:xfrm>
        </p:grpSpPr>
        <p:pic>
          <p:nvPicPr>
            <p:cNvPr id="5" name="object 5"/>
            <p:cNvPicPr/>
            <p:nvPr/>
          </p:nvPicPr>
          <p:blipFill>
            <a:blip r:embed="rId2" cstate="print"/>
            <a:stretch>
              <a:fillRect/>
            </a:stretch>
          </p:blipFill>
          <p:spPr>
            <a:xfrm>
              <a:off x="2105010" y="123629"/>
              <a:ext cx="9053605" cy="1909940"/>
            </a:xfrm>
            <a:prstGeom prst="rect">
              <a:avLst/>
            </a:prstGeom>
          </p:spPr>
        </p:pic>
        <p:pic>
          <p:nvPicPr>
            <p:cNvPr id="6" name="object 6"/>
            <p:cNvPicPr/>
            <p:nvPr/>
          </p:nvPicPr>
          <p:blipFill>
            <a:blip r:embed="rId3" cstate="print"/>
            <a:stretch>
              <a:fillRect/>
            </a:stretch>
          </p:blipFill>
          <p:spPr>
            <a:xfrm>
              <a:off x="2457450" y="37973"/>
              <a:ext cx="8443976" cy="2138426"/>
            </a:xfrm>
            <a:prstGeom prst="rect">
              <a:avLst/>
            </a:prstGeom>
          </p:spPr>
        </p:pic>
        <p:pic>
          <p:nvPicPr>
            <p:cNvPr id="7" name="object 7"/>
            <p:cNvPicPr/>
            <p:nvPr/>
          </p:nvPicPr>
          <p:blipFill>
            <a:blip r:embed="rId4" cstate="print"/>
            <a:stretch>
              <a:fillRect/>
            </a:stretch>
          </p:blipFill>
          <p:spPr>
            <a:xfrm>
              <a:off x="2138426" y="138175"/>
              <a:ext cx="8991600" cy="1838325"/>
            </a:xfrm>
            <a:prstGeom prst="rect">
              <a:avLst/>
            </a:prstGeom>
          </p:spPr>
        </p:pic>
      </p:grpSp>
      <p:sp>
        <p:nvSpPr>
          <p:cNvPr id="8" name="object 8"/>
          <p:cNvSpPr txBox="1"/>
          <p:nvPr/>
        </p:nvSpPr>
        <p:spPr>
          <a:xfrm>
            <a:off x="1961620" y="143585"/>
            <a:ext cx="8737666" cy="5377018"/>
          </a:xfrm>
          <a:prstGeom prst="rect">
            <a:avLst/>
          </a:prstGeom>
          <a:ln w="9525">
            <a:solidFill>
              <a:srgbClr val="97B853"/>
            </a:solidFill>
          </a:ln>
        </p:spPr>
        <p:txBody>
          <a:bodyPr vert="horz" wrap="square" lIns="0" tIns="83820" rIns="0" bIns="0" rtlCol="0" anchor="t">
            <a:spAutoFit/>
          </a:bodyPr>
          <a:lstStyle/>
          <a:p>
            <a:pPr marL="678815">
              <a:lnSpc>
                <a:spcPct val="100000"/>
              </a:lnSpc>
              <a:spcBef>
                <a:spcPts val="660"/>
              </a:spcBef>
              <a:tabLst>
                <a:tab pos="5930900" algn="l"/>
              </a:tabLst>
            </a:pPr>
            <a:r>
              <a:rPr sz="3950" b="1" spc="15">
                <a:solidFill>
                  <a:srgbClr val="006FC0"/>
                </a:solidFill>
                <a:latin typeface="Times New Roman"/>
                <a:cs typeface="Times New Roman"/>
              </a:rPr>
              <a:t>CMR</a:t>
            </a:r>
            <a:r>
              <a:rPr sz="3950" b="1" spc="30">
                <a:solidFill>
                  <a:srgbClr val="006FC0"/>
                </a:solidFill>
                <a:latin typeface="Times New Roman"/>
                <a:cs typeface="Times New Roman"/>
              </a:rPr>
              <a:t> </a:t>
            </a:r>
            <a:r>
              <a:rPr sz="3950" b="1" spc="5">
                <a:solidFill>
                  <a:srgbClr val="006FC0"/>
                </a:solidFill>
                <a:latin typeface="Times New Roman"/>
                <a:cs typeface="Times New Roman"/>
              </a:rPr>
              <a:t>ENGINEERING	</a:t>
            </a:r>
            <a:r>
              <a:rPr sz="3950" b="1" spc="-5">
                <a:solidFill>
                  <a:srgbClr val="006FC0"/>
                </a:solidFill>
                <a:latin typeface="Times New Roman"/>
                <a:cs typeface="Times New Roman"/>
              </a:rPr>
              <a:t>COLLEGE</a:t>
            </a:r>
            <a:endParaRPr sz="3950">
              <a:latin typeface="Times New Roman"/>
              <a:cs typeface="Times New Roman"/>
            </a:endParaRPr>
          </a:p>
          <a:p>
            <a:pPr marL="3414395">
              <a:lnSpc>
                <a:spcPct val="100000"/>
              </a:lnSpc>
              <a:spcBef>
                <a:spcPts val="745"/>
              </a:spcBef>
            </a:pPr>
            <a:r>
              <a:rPr sz="1850" b="1" i="1" spc="5">
                <a:solidFill>
                  <a:srgbClr val="0F243E"/>
                </a:solidFill>
                <a:latin typeface="Times New Roman"/>
                <a:cs typeface="Times New Roman"/>
              </a:rPr>
              <a:t>(UGC</a:t>
            </a:r>
            <a:r>
              <a:rPr sz="1850" b="1" i="1" spc="-100">
                <a:solidFill>
                  <a:srgbClr val="0F243E"/>
                </a:solidFill>
                <a:latin typeface="Times New Roman"/>
                <a:cs typeface="Times New Roman"/>
              </a:rPr>
              <a:t> </a:t>
            </a:r>
            <a:r>
              <a:rPr sz="1850" b="1" i="1" spc="10">
                <a:solidFill>
                  <a:srgbClr val="0F243E"/>
                </a:solidFill>
                <a:latin typeface="Times New Roman"/>
                <a:cs typeface="Times New Roman"/>
              </a:rPr>
              <a:t>AUTONOMOUS)</a:t>
            </a:r>
            <a:endParaRPr sz="1850">
              <a:latin typeface="Times New Roman"/>
              <a:cs typeface="Times New Roman"/>
            </a:endParaRPr>
          </a:p>
          <a:p>
            <a:pPr marL="2461260" marR="709295" indent="-1315720">
              <a:lnSpc>
                <a:spcPct val="131900"/>
              </a:lnSpc>
              <a:spcBef>
                <a:spcPts val="75"/>
              </a:spcBef>
            </a:pPr>
            <a:r>
              <a:rPr sz="1850" i="1" spc="-15">
                <a:solidFill>
                  <a:srgbClr val="FF0000"/>
                </a:solidFill>
                <a:latin typeface="Times New Roman"/>
                <a:cs typeface="Times New Roman"/>
              </a:rPr>
              <a:t>(</a:t>
            </a:r>
            <a:r>
              <a:rPr sz="1550" i="1" spc="-15">
                <a:solidFill>
                  <a:srgbClr val="FF0000"/>
                </a:solidFill>
                <a:latin typeface="Times New Roman"/>
                <a:cs typeface="Times New Roman"/>
              </a:rPr>
              <a:t>Accredited</a:t>
            </a:r>
            <a:r>
              <a:rPr sz="1550" i="1" spc="254">
                <a:solidFill>
                  <a:srgbClr val="FF0000"/>
                </a:solidFill>
                <a:latin typeface="Times New Roman"/>
                <a:cs typeface="Times New Roman"/>
              </a:rPr>
              <a:t> </a:t>
            </a:r>
            <a:r>
              <a:rPr sz="1550" i="1" spc="25">
                <a:solidFill>
                  <a:srgbClr val="FF0000"/>
                </a:solidFill>
                <a:latin typeface="Times New Roman"/>
                <a:cs typeface="Times New Roman"/>
              </a:rPr>
              <a:t>by</a:t>
            </a:r>
            <a:r>
              <a:rPr sz="1550" i="1" spc="-30">
                <a:solidFill>
                  <a:srgbClr val="FF0000"/>
                </a:solidFill>
                <a:latin typeface="Times New Roman"/>
                <a:cs typeface="Times New Roman"/>
              </a:rPr>
              <a:t> </a:t>
            </a:r>
            <a:r>
              <a:rPr sz="1550" i="1" spc="-5">
                <a:solidFill>
                  <a:srgbClr val="FF0000"/>
                </a:solidFill>
                <a:latin typeface="Times New Roman"/>
                <a:cs typeface="Times New Roman"/>
              </a:rPr>
              <a:t>NBA,Approved</a:t>
            </a:r>
            <a:r>
              <a:rPr sz="1550" i="1" spc="195">
                <a:solidFill>
                  <a:srgbClr val="FF0000"/>
                </a:solidFill>
                <a:latin typeface="Times New Roman"/>
                <a:cs typeface="Times New Roman"/>
              </a:rPr>
              <a:t> </a:t>
            </a:r>
            <a:r>
              <a:rPr sz="1550" i="1" spc="25">
                <a:solidFill>
                  <a:srgbClr val="FF0000"/>
                </a:solidFill>
                <a:latin typeface="Times New Roman"/>
                <a:cs typeface="Times New Roman"/>
              </a:rPr>
              <a:t>by</a:t>
            </a:r>
            <a:r>
              <a:rPr sz="1550" i="1" spc="-30">
                <a:solidFill>
                  <a:srgbClr val="FF0000"/>
                </a:solidFill>
                <a:latin typeface="Times New Roman"/>
                <a:cs typeface="Times New Roman"/>
              </a:rPr>
              <a:t> </a:t>
            </a:r>
            <a:r>
              <a:rPr sz="1550" i="1" spc="5">
                <a:solidFill>
                  <a:srgbClr val="FF0000"/>
                </a:solidFill>
                <a:latin typeface="Times New Roman"/>
                <a:cs typeface="Times New Roman"/>
              </a:rPr>
              <a:t>AICTE</a:t>
            </a:r>
            <a:r>
              <a:rPr sz="1550" i="1" spc="80">
                <a:solidFill>
                  <a:srgbClr val="FF0000"/>
                </a:solidFill>
                <a:latin typeface="Times New Roman"/>
                <a:cs typeface="Times New Roman"/>
              </a:rPr>
              <a:t> </a:t>
            </a:r>
            <a:r>
              <a:rPr sz="1550" i="1" spc="20">
                <a:solidFill>
                  <a:srgbClr val="FF0000"/>
                </a:solidFill>
                <a:latin typeface="Times New Roman"/>
                <a:cs typeface="Times New Roman"/>
              </a:rPr>
              <a:t>NEW</a:t>
            </a:r>
            <a:r>
              <a:rPr sz="1550" i="1" spc="25">
                <a:solidFill>
                  <a:srgbClr val="FF0000"/>
                </a:solidFill>
                <a:latin typeface="Times New Roman"/>
                <a:cs typeface="Times New Roman"/>
              </a:rPr>
              <a:t> </a:t>
            </a:r>
            <a:r>
              <a:rPr sz="1550" i="1" spc="10">
                <a:solidFill>
                  <a:srgbClr val="FF0000"/>
                </a:solidFill>
                <a:latin typeface="Times New Roman"/>
                <a:cs typeface="Times New Roman"/>
              </a:rPr>
              <a:t>DELHI,</a:t>
            </a:r>
            <a:r>
              <a:rPr sz="1550" i="1" spc="-25">
                <a:solidFill>
                  <a:srgbClr val="FF0000"/>
                </a:solidFill>
                <a:latin typeface="Times New Roman"/>
                <a:cs typeface="Times New Roman"/>
              </a:rPr>
              <a:t> </a:t>
            </a:r>
            <a:r>
              <a:rPr sz="1550" i="1" spc="5">
                <a:solidFill>
                  <a:srgbClr val="FF0000"/>
                </a:solidFill>
                <a:latin typeface="Times New Roman"/>
                <a:cs typeface="Times New Roman"/>
              </a:rPr>
              <a:t>Affiliated</a:t>
            </a:r>
            <a:r>
              <a:rPr sz="1550" i="1" spc="105">
                <a:solidFill>
                  <a:srgbClr val="FF0000"/>
                </a:solidFill>
                <a:latin typeface="Times New Roman"/>
                <a:cs typeface="Times New Roman"/>
              </a:rPr>
              <a:t> </a:t>
            </a:r>
            <a:r>
              <a:rPr sz="1550" i="1" spc="10">
                <a:solidFill>
                  <a:srgbClr val="FF0000"/>
                </a:solidFill>
                <a:latin typeface="Times New Roman"/>
                <a:cs typeface="Times New Roman"/>
              </a:rPr>
              <a:t>to</a:t>
            </a:r>
            <a:r>
              <a:rPr sz="1550" i="1" spc="-50">
                <a:solidFill>
                  <a:srgbClr val="FF0000"/>
                </a:solidFill>
                <a:latin typeface="Times New Roman"/>
                <a:cs typeface="Times New Roman"/>
              </a:rPr>
              <a:t> </a:t>
            </a:r>
            <a:r>
              <a:rPr sz="1550" i="1" spc="5">
                <a:solidFill>
                  <a:srgbClr val="FF0000"/>
                </a:solidFill>
                <a:latin typeface="Times New Roman"/>
                <a:cs typeface="Times New Roman"/>
              </a:rPr>
              <a:t>JNTU,</a:t>
            </a:r>
            <a:r>
              <a:rPr sz="1550" i="1" spc="95">
                <a:solidFill>
                  <a:srgbClr val="FF0000"/>
                </a:solidFill>
                <a:latin typeface="Times New Roman"/>
                <a:cs typeface="Times New Roman"/>
              </a:rPr>
              <a:t> </a:t>
            </a:r>
            <a:r>
              <a:rPr sz="1550" i="1" spc="15">
                <a:solidFill>
                  <a:srgbClr val="FF0000"/>
                </a:solidFill>
                <a:latin typeface="Times New Roman"/>
                <a:cs typeface="Times New Roman"/>
              </a:rPr>
              <a:t>Hyderabad) </a:t>
            </a:r>
            <a:r>
              <a:rPr sz="1550" i="1" spc="-375">
                <a:solidFill>
                  <a:srgbClr val="FF0000"/>
                </a:solidFill>
                <a:latin typeface="Times New Roman"/>
                <a:cs typeface="Times New Roman"/>
              </a:rPr>
              <a:t> </a:t>
            </a:r>
            <a:r>
              <a:rPr sz="1550" i="1" spc="30">
                <a:solidFill>
                  <a:srgbClr val="FF0000"/>
                </a:solidFill>
                <a:latin typeface="Times New Roman"/>
                <a:cs typeface="Times New Roman"/>
              </a:rPr>
              <a:t>Kandlakoya,</a:t>
            </a:r>
            <a:r>
              <a:rPr sz="1550" i="1" spc="-185">
                <a:solidFill>
                  <a:srgbClr val="FF0000"/>
                </a:solidFill>
                <a:latin typeface="Times New Roman"/>
                <a:cs typeface="Times New Roman"/>
              </a:rPr>
              <a:t> </a:t>
            </a:r>
            <a:r>
              <a:rPr sz="1550" i="1" spc="20">
                <a:solidFill>
                  <a:srgbClr val="FF0000"/>
                </a:solidFill>
                <a:latin typeface="Times New Roman"/>
                <a:cs typeface="Times New Roman"/>
              </a:rPr>
              <a:t>Medchal</a:t>
            </a:r>
            <a:r>
              <a:rPr sz="1550" i="1" spc="-65">
                <a:solidFill>
                  <a:srgbClr val="FF0000"/>
                </a:solidFill>
                <a:latin typeface="Times New Roman"/>
                <a:cs typeface="Times New Roman"/>
              </a:rPr>
              <a:t> </a:t>
            </a:r>
            <a:r>
              <a:rPr sz="1550" i="1" spc="30">
                <a:solidFill>
                  <a:srgbClr val="FF0000"/>
                </a:solidFill>
                <a:latin typeface="Times New Roman"/>
                <a:cs typeface="Times New Roman"/>
              </a:rPr>
              <a:t>Road,</a:t>
            </a:r>
            <a:r>
              <a:rPr sz="1550" i="1" spc="-35">
                <a:solidFill>
                  <a:srgbClr val="FF0000"/>
                </a:solidFill>
                <a:latin typeface="Times New Roman"/>
                <a:cs typeface="Times New Roman"/>
              </a:rPr>
              <a:t> </a:t>
            </a:r>
            <a:r>
              <a:rPr sz="1550" i="1" spc="20">
                <a:solidFill>
                  <a:srgbClr val="FF0000"/>
                </a:solidFill>
                <a:latin typeface="Times New Roman"/>
                <a:cs typeface="Times New Roman"/>
              </a:rPr>
              <a:t>Hyderabad-501</a:t>
            </a:r>
            <a:r>
              <a:rPr sz="1550" i="1" spc="-130">
                <a:solidFill>
                  <a:srgbClr val="FF0000"/>
                </a:solidFill>
                <a:latin typeface="Times New Roman"/>
                <a:cs typeface="Times New Roman"/>
              </a:rPr>
              <a:t> </a:t>
            </a:r>
            <a:r>
              <a:rPr sz="1550" i="1" spc="35">
                <a:solidFill>
                  <a:srgbClr val="FF0000"/>
                </a:solidFill>
                <a:latin typeface="Times New Roman"/>
                <a:cs typeface="Times New Roman"/>
              </a:rPr>
              <a:t>401</a:t>
            </a:r>
            <a:r>
              <a:rPr sz="1850" i="1" spc="35">
                <a:solidFill>
                  <a:srgbClr val="FF0000"/>
                </a:solidFill>
                <a:latin typeface="Times New Roman"/>
                <a:cs typeface="Times New Roman"/>
              </a:rPr>
              <a:t>.</a:t>
            </a:r>
          </a:p>
          <a:p>
            <a:pPr marL="2461260" marR="709295" indent="-1315720">
              <a:lnSpc>
                <a:spcPct val="131900"/>
              </a:lnSpc>
              <a:spcBef>
                <a:spcPts val="75"/>
              </a:spcBef>
            </a:pPr>
            <a:r>
              <a:rPr lang="en-US" sz="1850" b="1" spc="35">
                <a:latin typeface="Times New Roman"/>
                <a:cs typeface="Times New Roman"/>
              </a:rPr>
              <a:t>          </a:t>
            </a:r>
          </a:p>
          <a:p>
            <a:pPr marL="2461260" marR="709295" indent="-1315720">
              <a:lnSpc>
                <a:spcPct val="131900"/>
              </a:lnSpc>
              <a:spcBef>
                <a:spcPts val="75"/>
              </a:spcBef>
            </a:pPr>
            <a:r>
              <a:rPr lang="en-US" sz="1850" b="1" spc="35">
                <a:latin typeface="Times New Roman"/>
                <a:cs typeface="Times New Roman"/>
              </a:rPr>
              <a:t>         Department of Computer Science &amp; Engineering</a:t>
            </a:r>
            <a:br>
              <a:rPr lang="en-US" sz="1850" b="1" spc="35">
                <a:latin typeface="Times New Roman"/>
                <a:cs typeface="Times New Roman"/>
              </a:rPr>
            </a:br>
            <a:r>
              <a:rPr lang="en-US" sz="1850" b="1" spc="35">
                <a:latin typeface="Times New Roman"/>
                <a:cs typeface="Times New Roman"/>
              </a:rPr>
              <a:t>        MINI PROJECT</a:t>
            </a:r>
            <a:br>
              <a:rPr lang="en-US" sz="1850" b="1" spc="35">
                <a:latin typeface="Times New Roman"/>
                <a:cs typeface="Times New Roman"/>
              </a:rPr>
            </a:br>
            <a:r>
              <a:rPr lang="en-US" sz="1850" b="1" spc="35">
                <a:latin typeface="Times New Roman"/>
                <a:cs typeface="Times New Roman"/>
              </a:rPr>
              <a:t>                   ON</a:t>
            </a:r>
            <a:endParaRPr lang="en-US"/>
          </a:p>
          <a:p>
            <a:pPr marL="2461260" marR="709295" indent="-1315720">
              <a:lnSpc>
                <a:spcPct val="131900"/>
              </a:lnSpc>
              <a:spcBef>
                <a:spcPts val="75"/>
              </a:spcBef>
            </a:pPr>
            <a:r>
              <a:rPr lang="en-US" sz="1850" b="1" spc="35">
                <a:latin typeface="Times New Roman"/>
                <a:cs typeface="Times New Roman"/>
              </a:rPr>
              <a:t>        SECURE AND EFFICIENT DATA TRNSMISSION</a:t>
            </a:r>
          </a:p>
          <a:p>
            <a:pPr marL="2461260" marR="709295" indent="-1315720">
              <a:lnSpc>
                <a:spcPct val="131900"/>
              </a:lnSpc>
              <a:spcBef>
                <a:spcPts val="75"/>
              </a:spcBef>
            </a:pPr>
            <a:r>
              <a:rPr lang="en-US" sz="1850" b="1" spc="35">
                <a:latin typeface="Times New Roman"/>
                <a:cs typeface="Times New Roman"/>
              </a:rPr>
              <a:t> FOR CLUSTER BASED WIRELESS SENSOR NETWORKS</a:t>
            </a:r>
            <a:br>
              <a:rPr lang="en-US" sz="1850" b="1" spc="35">
                <a:latin typeface="Times New Roman"/>
                <a:cs typeface="Times New Roman"/>
              </a:rPr>
            </a:br>
            <a:r>
              <a:rPr lang="en-US" sz="1850" b="1" spc="35">
                <a:latin typeface="Times New Roman"/>
                <a:cs typeface="Times New Roman"/>
              </a:rPr>
              <a:t>                                   </a:t>
            </a:r>
            <a:br>
              <a:rPr lang="en-US" sz="1850" b="1" spc="35">
                <a:latin typeface="Times New Roman"/>
                <a:cs typeface="Times New Roman"/>
              </a:rPr>
            </a:br>
            <a:br>
              <a:rPr lang="en-US" sz="1850" b="1" spc="35">
                <a:latin typeface="Times New Roman"/>
                <a:cs typeface="Times New Roman"/>
              </a:rPr>
            </a:br>
            <a:endParaRPr lang="en-US" sz="1850" b="1" spc="35">
              <a:latin typeface="Times New Roman"/>
              <a:cs typeface="Times New Roman"/>
            </a:endParaRPr>
          </a:p>
        </p:txBody>
      </p:sp>
      <p:sp>
        <p:nvSpPr>
          <p:cNvPr id="9" name="object 9"/>
          <p:cNvSpPr txBox="1"/>
          <p:nvPr/>
        </p:nvSpPr>
        <p:spPr>
          <a:xfrm>
            <a:off x="2126021" y="2354122"/>
            <a:ext cx="9151339" cy="616309"/>
          </a:xfrm>
          <a:prstGeom prst="rect">
            <a:avLst/>
          </a:prstGeom>
        </p:spPr>
        <p:txBody>
          <a:bodyPr vert="horz" wrap="square" lIns="0" tIns="1270" rIns="0" bIns="0" rtlCol="0" anchor="t">
            <a:spAutoFit/>
          </a:bodyPr>
          <a:lstStyle/>
          <a:p>
            <a:pPr marL="1699895" marR="1708150" algn="ctr">
              <a:lnSpc>
                <a:spcPct val="104299"/>
              </a:lnSpc>
              <a:spcBef>
                <a:spcPts val="10"/>
              </a:spcBef>
            </a:pPr>
            <a:endParaRPr lang="en-US" b="1" spc="20">
              <a:latin typeface="Arial"/>
              <a:cs typeface="Arial"/>
            </a:endParaRPr>
          </a:p>
        </p:txBody>
      </p:sp>
      <p:sp>
        <p:nvSpPr>
          <p:cNvPr id="10" name="object 10"/>
          <p:cNvSpPr txBox="1"/>
          <p:nvPr/>
        </p:nvSpPr>
        <p:spPr>
          <a:xfrm>
            <a:off x="800936" y="4793551"/>
            <a:ext cx="2247490" cy="1347100"/>
          </a:xfrm>
          <a:prstGeom prst="rect">
            <a:avLst/>
          </a:prstGeom>
        </p:spPr>
        <p:txBody>
          <a:bodyPr vert="horz" wrap="square" lIns="0" tIns="16510" rIns="0" bIns="0" rtlCol="0" anchor="t">
            <a:spAutoFit/>
          </a:bodyPr>
          <a:lstStyle/>
          <a:p>
            <a:pPr marL="12700" marR="5080" indent="57150">
              <a:lnSpc>
                <a:spcPct val="116700"/>
              </a:lnSpc>
              <a:spcBef>
                <a:spcPts val="130"/>
              </a:spcBef>
            </a:pPr>
            <a:r>
              <a:rPr sz="1850" b="1">
                <a:solidFill>
                  <a:srgbClr val="FFFFFF"/>
                </a:solidFill>
                <a:latin typeface="Times New Roman"/>
                <a:cs typeface="Times New Roman"/>
              </a:rPr>
              <a:t>Internal Guide:</a:t>
            </a:r>
            <a:r>
              <a:rPr sz="1800" b="1">
                <a:solidFill>
                  <a:srgbClr val="FFFFFF"/>
                </a:solidFill>
                <a:latin typeface="Times New Roman"/>
                <a:cs typeface="Times New Roman"/>
              </a:rPr>
              <a:t>-</a:t>
            </a:r>
            <a:r>
              <a:rPr lang="en-US" b="1">
                <a:solidFill>
                  <a:srgbClr val="FFFFFF"/>
                </a:solidFill>
                <a:latin typeface="Times New Roman"/>
                <a:cs typeface="Times New Roman"/>
              </a:rPr>
              <a:t> </a:t>
            </a:r>
            <a:r>
              <a:rPr lang="en-US" b="1" spc="5">
                <a:solidFill>
                  <a:srgbClr val="FFFFFF"/>
                </a:solidFill>
                <a:latin typeface="Times New Roman"/>
                <a:cs typeface="Times New Roman"/>
              </a:rPr>
              <a:t> </a:t>
            </a:r>
            <a:endParaRPr lang="en-US" sz="1850">
              <a:solidFill>
                <a:srgbClr val="000000"/>
              </a:solidFill>
              <a:latin typeface="Times New Roman"/>
              <a:cs typeface="Times New Roman"/>
            </a:endParaRPr>
          </a:p>
          <a:p>
            <a:pPr marL="12700" marR="5080" indent="57150">
              <a:lnSpc>
                <a:spcPct val="116700"/>
              </a:lnSpc>
              <a:spcBef>
                <a:spcPts val="130"/>
              </a:spcBef>
            </a:pPr>
            <a:r>
              <a:rPr lang="en-US" b="1" spc="5" err="1">
                <a:solidFill>
                  <a:srgbClr val="FFFFFF"/>
                </a:solidFill>
                <a:latin typeface="Times New Roman"/>
                <a:cs typeface="Times New Roman"/>
              </a:rPr>
              <a:t>M</a:t>
            </a:r>
            <a:r>
              <a:rPr lang="en-US" sz="1850" b="1" spc="15" err="1">
                <a:solidFill>
                  <a:srgbClr val="FFFFFF"/>
                </a:solidFill>
                <a:latin typeface="Times New Roman"/>
                <a:cs typeface="Times New Roman"/>
              </a:rPr>
              <a:t>rs</a:t>
            </a:r>
            <a:r>
              <a:rPr sz="1850" b="1" spc="15" err="1">
                <a:solidFill>
                  <a:srgbClr val="FFFFFF"/>
                </a:solidFill>
                <a:latin typeface="Times New Roman"/>
                <a:cs typeface="Times New Roman"/>
              </a:rPr>
              <a:t>.</a:t>
            </a:r>
            <a:r>
              <a:rPr lang="en-US" sz="1850" b="1" spc="15" err="1">
                <a:solidFill>
                  <a:srgbClr val="FFFFFF"/>
                </a:solidFill>
                <a:latin typeface="Times New Roman"/>
                <a:cs typeface="Times New Roman"/>
              </a:rPr>
              <a:t>Y.Prathima</a:t>
            </a:r>
            <a:r>
              <a:rPr sz="1850" b="1" spc="20">
                <a:solidFill>
                  <a:srgbClr val="FFFFFF"/>
                </a:solidFill>
                <a:latin typeface="Times New Roman"/>
                <a:cs typeface="Times New Roman"/>
              </a:rPr>
              <a:t> </a:t>
            </a:r>
            <a:r>
              <a:rPr sz="1850" b="1" spc="15">
                <a:solidFill>
                  <a:srgbClr val="FFFFFF"/>
                </a:solidFill>
                <a:latin typeface="Times New Roman"/>
                <a:cs typeface="Times New Roman"/>
              </a:rPr>
              <a:t>A</a:t>
            </a:r>
            <a:r>
              <a:rPr sz="1850" b="1" spc="95">
                <a:solidFill>
                  <a:srgbClr val="FFFFFF"/>
                </a:solidFill>
                <a:latin typeface="Times New Roman"/>
                <a:cs typeface="Times New Roman"/>
              </a:rPr>
              <a:t>s</a:t>
            </a:r>
            <a:r>
              <a:rPr sz="1850" b="1" spc="105">
                <a:solidFill>
                  <a:srgbClr val="FFFFFF"/>
                </a:solidFill>
                <a:latin typeface="Times New Roman"/>
                <a:cs typeface="Times New Roman"/>
              </a:rPr>
              <a:t>s</a:t>
            </a:r>
            <a:r>
              <a:rPr sz="1850" b="1" spc="-65">
                <a:solidFill>
                  <a:srgbClr val="FFFFFF"/>
                </a:solidFill>
                <a:latin typeface="Times New Roman"/>
                <a:cs typeface="Times New Roman"/>
              </a:rPr>
              <a:t>i</a:t>
            </a:r>
            <a:r>
              <a:rPr sz="1850" b="1" spc="30">
                <a:solidFill>
                  <a:srgbClr val="FFFFFF"/>
                </a:solidFill>
                <a:latin typeface="Times New Roman"/>
                <a:cs typeface="Times New Roman"/>
              </a:rPr>
              <a:t>s</a:t>
            </a:r>
            <a:r>
              <a:rPr sz="1850" b="1" spc="-20">
                <a:solidFill>
                  <a:srgbClr val="FFFFFF"/>
                </a:solidFill>
                <a:latin typeface="Times New Roman"/>
                <a:cs typeface="Times New Roman"/>
              </a:rPr>
              <a:t>t</a:t>
            </a:r>
            <a:r>
              <a:rPr sz="1850" b="1" spc="-30">
                <a:solidFill>
                  <a:srgbClr val="FFFFFF"/>
                </a:solidFill>
                <a:latin typeface="Times New Roman"/>
                <a:cs typeface="Times New Roman"/>
              </a:rPr>
              <a:t>a</a:t>
            </a:r>
            <a:r>
              <a:rPr sz="1850" b="1" spc="20">
                <a:solidFill>
                  <a:srgbClr val="FFFFFF"/>
                </a:solidFill>
                <a:latin typeface="Times New Roman"/>
                <a:cs typeface="Times New Roman"/>
              </a:rPr>
              <a:t>n</a:t>
            </a:r>
            <a:r>
              <a:rPr sz="1850" b="1" spc="5">
                <a:solidFill>
                  <a:srgbClr val="FFFFFF"/>
                </a:solidFill>
                <a:latin typeface="Times New Roman"/>
                <a:cs typeface="Times New Roman"/>
              </a:rPr>
              <a:t>t</a:t>
            </a:r>
            <a:r>
              <a:rPr sz="1850" b="1" spc="-270">
                <a:solidFill>
                  <a:srgbClr val="FFFFFF"/>
                </a:solidFill>
                <a:latin typeface="Times New Roman"/>
                <a:cs typeface="Times New Roman"/>
              </a:rPr>
              <a:t> </a:t>
            </a:r>
            <a:r>
              <a:rPr sz="1850" b="1" spc="65">
                <a:solidFill>
                  <a:srgbClr val="FFFFFF"/>
                </a:solidFill>
                <a:latin typeface="Times New Roman"/>
                <a:cs typeface="Times New Roman"/>
              </a:rPr>
              <a:t>P</a:t>
            </a:r>
            <a:r>
              <a:rPr sz="1850" b="1">
                <a:solidFill>
                  <a:srgbClr val="FFFFFF"/>
                </a:solidFill>
                <a:latin typeface="Times New Roman"/>
                <a:cs typeface="Times New Roman"/>
              </a:rPr>
              <a:t>r</a:t>
            </a:r>
            <a:r>
              <a:rPr sz="1850" b="1" spc="-30">
                <a:solidFill>
                  <a:srgbClr val="FFFFFF"/>
                </a:solidFill>
                <a:latin typeface="Times New Roman"/>
                <a:cs typeface="Times New Roman"/>
              </a:rPr>
              <a:t>o</a:t>
            </a:r>
            <a:r>
              <a:rPr sz="1850" b="1" spc="-20">
                <a:solidFill>
                  <a:srgbClr val="FFFFFF"/>
                </a:solidFill>
                <a:latin typeface="Times New Roman"/>
                <a:cs typeface="Times New Roman"/>
              </a:rPr>
              <a:t>f</a:t>
            </a:r>
            <a:r>
              <a:rPr sz="1850" b="1">
                <a:solidFill>
                  <a:srgbClr val="FFFFFF"/>
                </a:solidFill>
                <a:latin typeface="Times New Roman"/>
                <a:cs typeface="Times New Roman"/>
              </a:rPr>
              <a:t>e</a:t>
            </a:r>
            <a:r>
              <a:rPr sz="1850" b="1" spc="100">
                <a:solidFill>
                  <a:srgbClr val="FFFFFF"/>
                </a:solidFill>
                <a:latin typeface="Times New Roman"/>
                <a:cs typeface="Times New Roman"/>
              </a:rPr>
              <a:t>ss</a:t>
            </a:r>
            <a:r>
              <a:rPr sz="1850" b="1" spc="-30">
                <a:solidFill>
                  <a:srgbClr val="FFFFFF"/>
                </a:solidFill>
                <a:latin typeface="Times New Roman"/>
                <a:cs typeface="Times New Roman"/>
              </a:rPr>
              <a:t>o</a:t>
            </a:r>
            <a:r>
              <a:rPr sz="1850" b="1" spc="-150">
                <a:solidFill>
                  <a:srgbClr val="FFFFFF"/>
                </a:solidFill>
                <a:latin typeface="Times New Roman"/>
                <a:cs typeface="Times New Roman"/>
              </a:rPr>
              <a:t>r</a:t>
            </a:r>
            <a:r>
              <a:rPr sz="1850" b="1" spc="5">
                <a:solidFill>
                  <a:srgbClr val="FFFFFF"/>
                </a:solidFill>
                <a:latin typeface="Times New Roman"/>
                <a:cs typeface="Times New Roman"/>
              </a:rPr>
              <a:t>,</a:t>
            </a:r>
            <a:endParaRPr lang="en-US" sz="1850">
              <a:solidFill>
                <a:srgbClr val="000000"/>
              </a:solidFill>
              <a:latin typeface="Times New Roman"/>
              <a:cs typeface="Times New Roman"/>
            </a:endParaRPr>
          </a:p>
          <a:p>
            <a:pPr marL="12700" marR="5080" indent="57150">
              <a:lnSpc>
                <a:spcPct val="116700"/>
              </a:lnSpc>
              <a:spcBef>
                <a:spcPts val="130"/>
              </a:spcBef>
            </a:pPr>
            <a:r>
              <a:rPr sz="1850" b="1" spc="15">
                <a:solidFill>
                  <a:srgbClr val="FFFFFF"/>
                </a:solidFill>
                <a:latin typeface="Times New Roman"/>
                <a:cs typeface="Times New Roman"/>
              </a:rPr>
              <a:t>D</a:t>
            </a:r>
            <a:r>
              <a:rPr sz="1850" b="1" spc="-5">
                <a:solidFill>
                  <a:srgbClr val="FFFFFF"/>
                </a:solidFill>
                <a:latin typeface="Times New Roman"/>
                <a:cs typeface="Times New Roman"/>
              </a:rPr>
              <a:t>e</a:t>
            </a:r>
            <a:r>
              <a:rPr sz="1850" b="1" spc="15">
                <a:solidFill>
                  <a:srgbClr val="FFFFFF"/>
                </a:solidFill>
                <a:latin typeface="Times New Roman"/>
                <a:cs typeface="Times New Roman"/>
              </a:rPr>
              <a:t>p</a:t>
            </a:r>
            <a:r>
              <a:rPr sz="1850" b="1" spc="-20">
                <a:solidFill>
                  <a:srgbClr val="FFFFFF"/>
                </a:solidFill>
                <a:latin typeface="Times New Roman"/>
                <a:cs typeface="Times New Roman"/>
              </a:rPr>
              <a:t>t</a:t>
            </a:r>
            <a:r>
              <a:rPr sz="1850" b="1" spc="5">
                <a:solidFill>
                  <a:srgbClr val="FFFFFF"/>
                </a:solidFill>
                <a:latin typeface="Times New Roman"/>
                <a:cs typeface="Times New Roman"/>
              </a:rPr>
              <a:t>.</a:t>
            </a:r>
            <a:r>
              <a:rPr sz="1850" b="1" spc="-105">
                <a:solidFill>
                  <a:srgbClr val="FFFFFF"/>
                </a:solidFill>
                <a:latin typeface="Times New Roman"/>
                <a:cs typeface="Times New Roman"/>
              </a:rPr>
              <a:t> </a:t>
            </a:r>
            <a:r>
              <a:rPr sz="1850" b="1" spc="-30">
                <a:solidFill>
                  <a:srgbClr val="FFFFFF"/>
                </a:solidFill>
                <a:latin typeface="Times New Roman"/>
                <a:cs typeface="Times New Roman"/>
              </a:rPr>
              <a:t>o</a:t>
            </a:r>
            <a:r>
              <a:rPr sz="1850" b="1" spc="5">
                <a:solidFill>
                  <a:srgbClr val="FFFFFF"/>
                </a:solidFill>
                <a:latin typeface="Times New Roman"/>
                <a:cs typeface="Times New Roman"/>
              </a:rPr>
              <a:t>f</a:t>
            </a:r>
            <a:r>
              <a:rPr sz="1850" b="1" spc="35">
                <a:solidFill>
                  <a:srgbClr val="FFFFFF"/>
                </a:solidFill>
                <a:latin typeface="Times New Roman"/>
                <a:cs typeface="Times New Roman"/>
              </a:rPr>
              <a:t> </a:t>
            </a:r>
            <a:r>
              <a:rPr sz="1850" b="1" spc="-70">
                <a:solidFill>
                  <a:srgbClr val="FFFFFF"/>
                </a:solidFill>
                <a:latin typeface="Times New Roman"/>
                <a:cs typeface="Times New Roman"/>
              </a:rPr>
              <a:t>C</a:t>
            </a:r>
            <a:r>
              <a:rPr sz="1850" b="1" spc="15">
                <a:solidFill>
                  <a:srgbClr val="FFFFFF"/>
                </a:solidFill>
                <a:latin typeface="Times New Roman"/>
                <a:cs typeface="Times New Roman"/>
              </a:rPr>
              <a:t>S</a:t>
            </a:r>
            <a:r>
              <a:rPr sz="1850" b="1" spc="35">
                <a:solidFill>
                  <a:srgbClr val="FFFFFF"/>
                </a:solidFill>
                <a:latin typeface="Times New Roman"/>
                <a:cs typeface="Times New Roman"/>
              </a:rPr>
              <a:t>E</a:t>
            </a:r>
            <a:r>
              <a:rPr sz="1850" b="1" spc="5">
                <a:solidFill>
                  <a:srgbClr val="FFFFFF"/>
                </a:solidFill>
                <a:latin typeface="Times New Roman"/>
                <a:cs typeface="Times New Roman"/>
              </a:rPr>
              <a:t>.</a:t>
            </a:r>
            <a:endParaRPr sz="1850">
              <a:latin typeface="Times New Roman"/>
              <a:cs typeface="Times New Roman"/>
            </a:endParaRPr>
          </a:p>
        </p:txBody>
      </p:sp>
      <p:sp>
        <p:nvSpPr>
          <p:cNvPr id="11" name="object 11"/>
          <p:cNvSpPr txBox="1"/>
          <p:nvPr/>
        </p:nvSpPr>
        <p:spPr>
          <a:xfrm>
            <a:off x="4072001" y="5976937"/>
            <a:ext cx="2533650" cy="581025"/>
          </a:xfrm>
          <a:prstGeom prst="rect">
            <a:avLst/>
          </a:prstGeom>
          <a:solidFill>
            <a:srgbClr val="FFFFFF"/>
          </a:solidFill>
          <a:ln w="9525">
            <a:solidFill>
              <a:srgbClr val="FF0000"/>
            </a:solidFill>
          </a:ln>
        </p:spPr>
        <p:txBody>
          <a:bodyPr vert="horz" wrap="square" lIns="0" tIns="20955" rIns="0" bIns="0" rtlCol="0">
            <a:spAutoFit/>
          </a:bodyPr>
          <a:lstStyle/>
          <a:p>
            <a:pPr marL="86360">
              <a:lnSpc>
                <a:spcPct val="100000"/>
              </a:lnSpc>
              <a:spcBef>
                <a:spcPts val="165"/>
              </a:spcBef>
            </a:pPr>
            <a:r>
              <a:rPr sz="3200" b="1" spc="-105">
                <a:solidFill>
                  <a:srgbClr val="001F5F"/>
                </a:solidFill>
                <a:latin typeface="Calibri"/>
                <a:cs typeface="Calibri"/>
              </a:rPr>
              <a:t>A.Y</a:t>
            </a:r>
            <a:r>
              <a:rPr sz="3200" b="1" spc="-30">
                <a:solidFill>
                  <a:srgbClr val="001F5F"/>
                </a:solidFill>
                <a:latin typeface="Calibri"/>
                <a:cs typeface="Calibri"/>
              </a:rPr>
              <a:t> </a:t>
            </a:r>
            <a:r>
              <a:rPr sz="2700" b="1" spc="-20">
                <a:solidFill>
                  <a:srgbClr val="001F5F"/>
                </a:solidFill>
                <a:latin typeface="Calibri"/>
                <a:cs typeface="Calibri"/>
              </a:rPr>
              <a:t>2022-2023</a:t>
            </a:r>
            <a:endParaRPr sz="2700">
              <a:latin typeface="Calibri"/>
              <a:cs typeface="Calibri"/>
            </a:endParaRPr>
          </a:p>
        </p:txBody>
      </p:sp>
      <p:pic>
        <p:nvPicPr>
          <p:cNvPr id="12" name="object 12"/>
          <p:cNvPicPr/>
          <p:nvPr/>
        </p:nvPicPr>
        <p:blipFill>
          <a:blip r:embed="rId5" cstate="print"/>
          <a:stretch>
            <a:fillRect/>
          </a:stretch>
        </p:blipFill>
        <p:spPr>
          <a:xfrm>
            <a:off x="11277600" y="180975"/>
            <a:ext cx="714375" cy="1219200"/>
          </a:xfrm>
          <a:prstGeom prst="rect">
            <a:avLst/>
          </a:prstGeom>
        </p:spPr>
      </p:pic>
    </p:spTree>
    <p:extLst>
      <p:ext uri="{BB962C8B-B14F-4D97-AF65-F5344CB8AC3E}">
        <p14:creationId xmlns:p14="http://schemas.microsoft.com/office/powerpoint/2010/main" val="784892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288AED-59F0-11AB-49BE-257854B3F140}"/>
              </a:ext>
            </a:extLst>
          </p:cNvPr>
          <p:cNvSpPr>
            <a:spLocks noGrp="1"/>
          </p:cNvSpPr>
          <p:nvPr>
            <p:ph type="title"/>
          </p:nvPr>
        </p:nvSpPr>
        <p:spPr>
          <a:xfrm>
            <a:off x="981371" y="89856"/>
            <a:ext cx="11018520" cy="1434415"/>
          </a:xfrm>
        </p:spPr>
        <p:txBody>
          <a:bodyPr anchor="b">
            <a:normAutofit/>
          </a:bodyPr>
          <a:lstStyle/>
          <a:p>
            <a:r>
              <a:rPr lang="en-US" sz="5400" b="1">
                <a:latin typeface="Times New Roman"/>
                <a:cs typeface="Calibri Light"/>
              </a:rPr>
              <a:t>ABSTRACT</a:t>
            </a:r>
          </a:p>
        </p:txBody>
      </p:sp>
      <p:sp>
        <p:nvSpPr>
          <p:cNvPr id="1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9A084F-2415-DE65-7EF7-2186EACF39C8}"/>
              </a:ext>
            </a:extLst>
          </p:cNvPr>
          <p:cNvSpPr>
            <a:spLocks noGrp="1"/>
          </p:cNvSpPr>
          <p:nvPr>
            <p:ph idx="1"/>
          </p:nvPr>
        </p:nvSpPr>
        <p:spPr>
          <a:xfrm>
            <a:off x="1374077" y="2071316"/>
            <a:ext cx="8639913" cy="4119172"/>
          </a:xfrm>
        </p:spPr>
        <p:txBody>
          <a:bodyPr vert="horz" lIns="91440" tIns="45720" rIns="91440" bIns="45720" rtlCol="0" anchor="t">
            <a:normAutofit/>
          </a:bodyPr>
          <a:lstStyle/>
          <a:p>
            <a:pPr marL="0" indent="0">
              <a:buNone/>
            </a:pPr>
            <a:r>
              <a:rPr lang="en-US" sz="2200">
                <a:cs typeface="Calibri"/>
              </a:rPr>
              <a:t>To outsource encrypted data to the cloud server and processing queries on it remains a challenging task to support various queries on large set of data. </a:t>
            </a:r>
            <a:r>
              <a:rPr lang="en-US" sz="2200">
                <a:ea typeface="+mn-lt"/>
                <a:cs typeface="+mn-lt"/>
              </a:rPr>
              <a:t>Skyline queries are a popular methods for analyzing data in multi-criteria decision making scenarios.</a:t>
            </a:r>
            <a:r>
              <a:rPr lang="en-US" sz="2200">
                <a:cs typeface="Calibri"/>
              </a:rPr>
              <a:t> Encrypted data is often used to ensure data privacy, security and privacy concerns ,sensitive data need to be protected from the cloud server and unauthorized users.</a:t>
            </a:r>
            <a:endParaRPr lang="en-US">
              <a:cs typeface="Calibri" panose="020F0502020204030204"/>
            </a:endParaRPr>
          </a:p>
          <a:p>
            <a:endParaRPr lang="en-US" sz="2200">
              <a:cs typeface="Calibri"/>
            </a:endParaRPr>
          </a:p>
          <a:p>
            <a:pPr marL="0" indent="0">
              <a:buNone/>
            </a:pPr>
            <a:endParaRPr lang="en-US" sz="2200">
              <a:cs typeface="Calibri"/>
            </a:endParaRPr>
          </a:p>
        </p:txBody>
      </p:sp>
      <p:pic>
        <p:nvPicPr>
          <p:cNvPr id="4" name="Picture 4" descr="A picture containing text, electronics&#10;&#10;Description automatically generated">
            <a:extLst>
              <a:ext uri="{FF2B5EF4-FFF2-40B4-BE49-F238E27FC236}">
                <a16:creationId xmlns:a16="http://schemas.microsoft.com/office/drawing/2014/main" id="{D97FF5D2-078E-1C62-1578-D01B7A919ED7}"/>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16242" r="19779" b="-3"/>
          <a:stretch/>
        </p:blipFill>
        <p:spPr>
          <a:xfrm>
            <a:off x="10254437" y="2074184"/>
            <a:ext cx="1362285" cy="1652175"/>
          </a:xfrm>
          <a:prstGeom prst="rect">
            <a:avLst/>
          </a:prstGeom>
        </p:spPr>
      </p:pic>
      <p:sp>
        <p:nvSpPr>
          <p:cNvPr id="5" name="TextBox 4">
            <a:extLst>
              <a:ext uri="{FF2B5EF4-FFF2-40B4-BE49-F238E27FC236}">
                <a16:creationId xmlns:a16="http://schemas.microsoft.com/office/drawing/2014/main" id="{773D217B-0A36-5292-FA83-30A577BC9CF6}"/>
              </a:ext>
            </a:extLst>
          </p:cNvPr>
          <p:cNvSpPr txBox="1"/>
          <p:nvPr/>
        </p:nvSpPr>
        <p:spPr>
          <a:xfrm>
            <a:off x="9142968" y="5990433"/>
            <a:ext cx="247375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BY-NC-ND</a:t>
            </a:r>
            <a:r>
              <a:rPr lang="en-US" sz="700">
                <a:solidFill>
                  <a:srgbClr val="FFFFFF"/>
                </a:solidFill>
              </a:rPr>
              <a:t>.</a:t>
            </a:r>
          </a:p>
        </p:txBody>
      </p:sp>
    </p:spTree>
    <p:extLst>
      <p:ext uri="{BB962C8B-B14F-4D97-AF65-F5344CB8AC3E}">
        <p14:creationId xmlns:p14="http://schemas.microsoft.com/office/powerpoint/2010/main" val="873074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4D865-6FD8-2754-27C7-885B5DA32F05}"/>
              </a:ext>
            </a:extLst>
          </p:cNvPr>
          <p:cNvSpPr>
            <a:spLocks noGrp="1"/>
          </p:cNvSpPr>
          <p:nvPr>
            <p:ph type="title"/>
          </p:nvPr>
        </p:nvSpPr>
        <p:spPr>
          <a:xfrm>
            <a:off x="838200" y="365125"/>
            <a:ext cx="10515600" cy="1325563"/>
          </a:xfrm>
        </p:spPr>
        <p:txBody>
          <a:bodyPr>
            <a:normAutofit/>
          </a:bodyPr>
          <a:lstStyle/>
          <a:p>
            <a:r>
              <a:rPr lang="en-US" sz="5400" b="1">
                <a:latin typeface="Times New Roman"/>
                <a:cs typeface="Calibri Light"/>
              </a:rPr>
              <a:t>INTRODUCTION</a:t>
            </a:r>
          </a:p>
        </p:txBody>
      </p:sp>
      <p:sp>
        <p:nvSpPr>
          <p:cNvPr id="3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E6EB5EB-21AB-0A83-A13F-AED55944D2B8}"/>
              </a:ext>
            </a:extLst>
          </p:cNvPr>
          <p:cNvSpPr>
            <a:spLocks noGrp="1"/>
          </p:cNvSpPr>
          <p:nvPr>
            <p:ph idx="1"/>
          </p:nvPr>
        </p:nvSpPr>
        <p:spPr>
          <a:xfrm>
            <a:off x="838200" y="1929384"/>
            <a:ext cx="10080173" cy="4251960"/>
          </a:xfrm>
        </p:spPr>
        <p:txBody>
          <a:bodyPr vert="horz" lIns="91440" tIns="45720" rIns="91440" bIns="45720" rtlCol="0" anchor="t">
            <a:normAutofit lnSpcReduction="10000"/>
          </a:bodyPr>
          <a:lstStyle/>
          <a:p>
            <a:r>
              <a:rPr lang="en-US" sz="2200">
                <a:cs typeface="Calibri"/>
              </a:rPr>
              <a:t>Outsourcing</a:t>
            </a:r>
            <a:r>
              <a:rPr lang="en-US" sz="2200">
                <a:ea typeface="+mn-lt"/>
                <a:cs typeface="+mn-lt"/>
              </a:rPr>
              <a:t> data and computation to cloud server provides a cost-effective way to support large scale of data storage query processing.</a:t>
            </a:r>
            <a:endParaRPr lang="en-US" sz="2200">
              <a:cs typeface="Calibri"/>
            </a:endParaRPr>
          </a:p>
          <a:p>
            <a:r>
              <a:rPr lang="en-US" sz="2200">
                <a:cs typeface="Calibri"/>
              </a:rPr>
              <a:t>Performing queries on encrypted data is difficult challenge, cloud server does not gain any knowledge on query and query result.</a:t>
            </a:r>
          </a:p>
          <a:p>
            <a:r>
              <a:rPr lang="en-US" sz="2200">
                <a:cs typeface="Calibri"/>
              </a:rPr>
              <a:t>In the existing work, the system never used selected skyline queries with minimum attribute  technique.</a:t>
            </a:r>
          </a:p>
          <a:p>
            <a:r>
              <a:rPr lang="en-US" sz="2200">
                <a:cs typeface="Calibri"/>
              </a:rPr>
              <a:t>Proposed system provides a fully dominance protocol used as a building block for skyline queries.</a:t>
            </a:r>
          </a:p>
          <a:p>
            <a:r>
              <a:rPr lang="en-US" sz="2200">
                <a:cs typeface="Calibri"/>
              </a:rPr>
              <a:t> It provides security guarantees by ensuring that the encrypted data is not exposed to unauthorized persons.</a:t>
            </a:r>
            <a:endParaRPr lang="en-US"/>
          </a:p>
          <a:p>
            <a:r>
              <a:rPr lang="en-US" sz="2200">
                <a:cs typeface="Calibri"/>
              </a:rPr>
              <a:t>Data remains encrypted throughout the computation process, only final skyline query results are decrypted .</a:t>
            </a:r>
          </a:p>
          <a:p>
            <a:endParaRPr lang="en-US" sz="2200">
              <a:cs typeface="Calibri"/>
            </a:endParaRPr>
          </a:p>
          <a:p>
            <a:endParaRPr lang="en-US" sz="2200">
              <a:cs typeface="Calibri"/>
            </a:endParaRPr>
          </a:p>
          <a:p>
            <a:endParaRPr lang="en-US" sz="2200">
              <a:cs typeface="Calibri"/>
            </a:endParaRPr>
          </a:p>
        </p:txBody>
      </p:sp>
    </p:spTree>
    <p:extLst>
      <p:ext uri="{BB962C8B-B14F-4D97-AF65-F5344CB8AC3E}">
        <p14:creationId xmlns:p14="http://schemas.microsoft.com/office/powerpoint/2010/main" val="295368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2440-8E22-008A-36ED-DF8459E56895}"/>
              </a:ext>
            </a:extLst>
          </p:cNvPr>
          <p:cNvSpPr>
            <a:spLocks noGrp="1"/>
          </p:cNvSpPr>
          <p:nvPr>
            <p:ph type="title"/>
          </p:nvPr>
        </p:nvSpPr>
        <p:spPr>
          <a:xfrm>
            <a:off x="838200" y="365125"/>
            <a:ext cx="10515600" cy="520634"/>
          </a:xfrm>
        </p:spPr>
        <p:txBody>
          <a:bodyPr>
            <a:normAutofit fontScale="90000"/>
          </a:bodyPr>
          <a:lstStyle/>
          <a:p>
            <a:r>
              <a:rPr lang="en-US" sz="5400" b="1">
                <a:latin typeface="Times New Roman"/>
                <a:cs typeface="Calibri Light"/>
              </a:rPr>
              <a:t>LITERATURE SURVEY</a:t>
            </a:r>
            <a:endParaRPr lang="en-US" sz="5400" b="1">
              <a:latin typeface="Times New Roman"/>
            </a:endParaRPr>
          </a:p>
        </p:txBody>
      </p:sp>
      <p:sp>
        <p:nvSpPr>
          <p:cNvPr id="3" name="Content Placeholder 2">
            <a:extLst>
              <a:ext uri="{FF2B5EF4-FFF2-40B4-BE49-F238E27FC236}">
                <a16:creationId xmlns:a16="http://schemas.microsoft.com/office/drawing/2014/main" id="{AF807A21-62FF-F715-4E04-465D682F359F}"/>
              </a:ext>
            </a:extLst>
          </p:cNvPr>
          <p:cNvSpPr>
            <a:spLocks noGrp="1"/>
          </p:cNvSpPr>
          <p:nvPr>
            <p:ph idx="1"/>
          </p:nvPr>
        </p:nvSpPr>
        <p:spPr>
          <a:xfrm>
            <a:off x="893956" y="1224611"/>
            <a:ext cx="10459844" cy="5124070"/>
          </a:xfrm>
        </p:spPr>
        <p:txBody>
          <a:bodyPr vert="horz" lIns="91440" tIns="45720" rIns="91440" bIns="45720" rtlCol="0" anchor="t">
            <a:normAutofit/>
          </a:bodyPr>
          <a:lstStyle/>
          <a:p>
            <a:r>
              <a:rPr lang="en-IN" sz="2000" b="1" dirty="0">
                <a:solidFill>
                  <a:srgbClr val="1F1F1F"/>
                </a:solidFill>
                <a:latin typeface="Calibri"/>
                <a:ea typeface="Calibri"/>
                <a:cs typeface="Times New Roman"/>
              </a:rPr>
              <a:t>A Secure and Efficient Data Transmission Protocol for Cluster-Based Wireless Sensor Networks Using Secure Multi-Party Computation, by Muhammad Rizwan et</a:t>
            </a:r>
            <a:r>
              <a:rPr lang="en-IN" sz="2000" dirty="0">
                <a:solidFill>
                  <a:srgbClr val="1F1F1F"/>
                </a:solidFill>
                <a:latin typeface="Calibri"/>
                <a:ea typeface="Calibri"/>
                <a:cs typeface="Times New Roman"/>
              </a:rPr>
              <a:t> </a:t>
            </a:r>
            <a:r>
              <a:rPr lang="en-IN" sz="2000" b="1" dirty="0">
                <a:solidFill>
                  <a:srgbClr val="1F1F1F"/>
                </a:solidFill>
                <a:latin typeface="Calibri"/>
                <a:ea typeface="Calibri"/>
                <a:cs typeface="Times New Roman"/>
              </a:rPr>
              <a:t>al.</a:t>
            </a:r>
            <a:r>
              <a:rPr lang="en-IN" sz="2000" dirty="0">
                <a:solidFill>
                  <a:srgbClr val="1F1F1F"/>
                </a:solidFill>
                <a:latin typeface="Calibri"/>
                <a:ea typeface="Calibri"/>
                <a:cs typeface="Times New Roman"/>
              </a:rPr>
              <a:t>, </a:t>
            </a:r>
            <a:r>
              <a:rPr lang="en-IN" sz="2000" b="1" dirty="0">
                <a:solidFill>
                  <a:srgbClr val="1F1F1F"/>
                </a:solidFill>
                <a:latin typeface="Calibri"/>
                <a:ea typeface="Calibri"/>
                <a:cs typeface="Times New Roman"/>
              </a:rPr>
              <a:t>published in the IEEE Transactions on Cloud Computing in 2021</a:t>
            </a:r>
            <a:r>
              <a:rPr lang="en-IN" sz="2000" dirty="0">
                <a:solidFill>
                  <a:srgbClr val="1F1F1F"/>
                </a:solidFill>
                <a:latin typeface="Calibri"/>
                <a:ea typeface="Calibri"/>
                <a:cs typeface="Times New Roman"/>
              </a:rPr>
              <a:t>. This paper proposes a new secure and efficient data transmission protocol for cluster-based WSNs using secure multi-party computation (MPC). The protocol uses MPC to allow multiple cluster heads to collaborate in decrypting and processing the data without revealing their private keys to each other. The protocol is evaluated using simulations and real-world experiments, and the results show that it outperforms existing schemes in terms of security, efficiency, and scalability.</a:t>
            </a:r>
          </a:p>
          <a:p>
            <a:endParaRPr lang="en-IN" sz="2000" dirty="0">
              <a:solidFill>
                <a:srgbClr val="1F1F1F"/>
              </a:solidFill>
              <a:latin typeface="Calibri"/>
              <a:ea typeface="Calibri"/>
              <a:cs typeface="Times New Roman"/>
            </a:endParaRPr>
          </a:p>
          <a:p>
            <a:pPr algn="just"/>
            <a:r>
              <a:rPr lang="en-IN" sz="2000" b="1" dirty="0">
                <a:solidFill>
                  <a:srgbClr val="1F1F1F"/>
                </a:solidFill>
                <a:latin typeface="Calibri"/>
                <a:ea typeface="Calibri"/>
                <a:cs typeface="Times New Roman"/>
              </a:rPr>
              <a:t>A Secure and Efficient Data Transmission Scheme for Cluster-Based Wireless Sensor Networks Using Blockchain, by Muhammad Sajjad et al., published in the IEEE Transactions on Information Forensics and Security in 2022. </a:t>
            </a:r>
            <a:r>
              <a:rPr lang="en-IN" sz="2000" dirty="0">
                <a:solidFill>
                  <a:srgbClr val="1F1F1F"/>
                </a:solidFill>
                <a:latin typeface="Calibri"/>
                <a:ea typeface="Calibri"/>
                <a:cs typeface="Times New Roman"/>
              </a:rPr>
              <a:t>This paper proposes a new secure and efficient data transmission scheme for cluster-based WSNs using blockchain. The scheme uses blockchain to provide data integrity and authenticity, and it uses a lightweight encryption algorithm to protect the data. The protocol is evaluated using simulations and real-world experiments, and the results show that it outperforms existing schemes in terms of security, efficiency, and scalability.</a:t>
            </a:r>
          </a:p>
          <a:p>
            <a:pPr algn="just"/>
            <a:endParaRPr lang="en-IN" sz="1200" dirty="0">
              <a:solidFill>
                <a:srgbClr val="000000"/>
              </a:solidFill>
              <a:latin typeface="Calibri"/>
              <a:ea typeface="Calibri"/>
              <a:cs typeface="Times New Roman"/>
            </a:endParaRPr>
          </a:p>
          <a:p>
            <a:pPr algn="just"/>
            <a:endParaRPr lang="en-IN" sz="1200" dirty="0">
              <a:solidFill>
                <a:srgbClr val="000000"/>
              </a:solidFill>
              <a:latin typeface="Calibri"/>
              <a:ea typeface="Calibri"/>
              <a:cs typeface="Times New Roman"/>
            </a:endParaRPr>
          </a:p>
          <a:p>
            <a:endParaRPr lang="en-IN" sz="2000" dirty="0">
              <a:solidFill>
                <a:srgbClr val="1F1F1F"/>
              </a:solidFill>
              <a:latin typeface="Calibri"/>
              <a:ea typeface="Calibri"/>
              <a:cs typeface="Times New Roman"/>
            </a:endParaRPr>
          </a:p>
        </p:txBody>
      </p:sp>
    </p:spTree>
    <p:extLst>
      <p:ext uri="{BB962C8B-B14F-4D97-AF65-F5344CB8AC3E}">
        <p14:creationId xmlns:p14="http://schemas.microsoft.com/office/powerpoint/2010/main" val="2402537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7AA337-C54A-BB9C-4A41-D4472F043FD9}"/>
              </a:ext>
            </a:extLst>
          </p:cNvPr>
          <p:cNvSpPr>
            <a:spLocks noGrp="1"/>
          </p:cNvSpPr>
          <p:nvPr>
            <p:ph type="title"/>
          </p:nvPr>
        </p:nvSpPr>
        <p:spPr>
          <a:xfrm>
            <a:off x="572493" y="238539"/>
            <a:ext cx="11018520" cy="1434415"/>
          </a:xfrm>
        </p:spPr>
        <p:txBody>
          <a:bodyPr anchor="b">
            <a:normAutofit/>
          </a:bodyPr>
          <a:lstStyle/>
          <a:p>
            <a:r>
              <a:rPr lang="en-US" sz="5400" b="1">
                <a:latin typeface="Times New Roman"/>
                <a:cs typeface="Calibri Light"/>
              </a:rPr>
              <a:t>EXISTING METHODOLOGY</a:t>
            </a:r>
            <a:r>
              <a:rPr lang="en-US" sz="5400">
                <a:cs typeface="Calibri Light"/>
              </a:rPr>
              <a:t> </a:t>
            </a:r>
          </a:p>
        </p:txBody>
      </p:sp>
      <p:sp>
        <p:nvSpPr>
          <p:cNvPr id="5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31EBCCC-D480-C9E4-33FF-CA3AA3C35874}"/>
              </a:ext>
            </a:extLst>
          </p:cNvPr>
          <p:cNvSpPr>
            <a:spLocks noGrp="1"/>
          </p:cNvSpPr>
          <p:nvPr>
            <p:ph idx="1"/>
          </p:nvPr>
        </p:nvSpPr>
        <p:spPr>
          <a:xfrm>
            <a:off x="572493" y="2071316"/>
            <a:ext cx="6713552" cy="4119172"/>
          </a:xfrm>
        </p:spPr>
        <p:txBody>
          <a:bodyPr vert="horz" lIns="91440" tIns="45720" rIns="91440" bIns="45720" rtlCol="0" anchor="t">
            <a:normAutofit/>
          </a:bodyPr>
          <a:lstStyle/>
          <a:p>
            <a:pPr marL="0" indent="0">
              <a:buNone/>
            </a:pPr>
            <a:endParaRPr lang="en-US" sz="1700">
              <a:cs typeface="Calibri"/>
            </a:endParaRPr>
          </a:p>
          <a:p>
            <a:r>
              <a:rPr lang="en-US" sz="1700">
                <a:latin typeface="Calibri"/>
                <a:ea typeface="Calibri"/>
                <a:cs typeface="Calibri"/>
              </a:rPr>
              <a:t>One approach is to use homomorphic encryption ,But this method is computationally expensive and not scalable for large datasets.</a:t>
            </a:r>
          </a:p>
          <a:p>
            <a:r>
              <a:rPr lang="en-US" sz="1700">
                <a:latin typeface="Calibri"/>
                <a:ea typeface="Calibri"/>
                <a:cs typeface="Calibri"/>
              </a:rPr>
              <a:t>Another method is to use secure multi-party computation, but this approach is also computationally expensive and requires a large amount of communication overhead between parties.</a:t>
            </a:r>
          </a:p>
          <a:p>
            <a:pPr marL="0" indent="0">
              <a:buNone/>
            </a:pPr>
            <a:endParaRPr lang="en-US" sz="1700">
              <a:latin typeface="Calibri"/>
              <a:ea typeface="Calibri"/>
              <a:cs typeface="Calibri"/>
            </a:endParaRPr>
          </a:p>
          <a:p>
            <a:pPr marL="0" indent="0">
              <a:buNone/>
            </a:pPr>
            <a:r>
              <a:rPr lang="en-US" sz="1700" b="1">
                <a:latin typeface="Calibri"/>
                <a:ea typeface="Calibri"/>
                <a:cs typeface="Calibri"/>
              </a:rPr>
              <a:t>DISADVANTAGES:</a:t>
            </a:r>
          </a:p>
          <a:p>
            <a:pPr marL="0" indent="0">
              <a:buNone/>
            </a:pPr>
            <a:endParaRPr lang="en-US" sz="1700">
              <a:latin typeface="Calibri"/>
              <a:ea typeface="Calibri"/>
              <a:cs typeface="Calibri"/>
            </a:endParaRPr>
          </a:p>
          <a:p>
            <a:r>
              <a:rPr lang="en-US" sz="1700">
                <a:latin typeface="Calibri"/>
                <a:ea typeface="Calibri"/>
                <a:cs typeface="Calibri"/>
              </a:rPr>
              <a:t>It never used selected skyline queries with minimum attribute sum which provides more security on data.</a:t>
            </a:r>
          </a:p>
          <a:p>
            <a:r>
              <a:rPr lang="en-US" sz="1700">
                <a:latin typeface="Calibri"/>
                <a:ea typeface="Calibri"/>
                <a:cs typeface="Calibri"/>
              </a:rPr>
              <a:t>System is slow in data processing ,it does not implement optimization of data partitioning. </a:t>
            </a:r>
          </a:p>
          <a:p>
            <a:pPr marL="0" indent="0">
              <a:buNone/>
            </a:pPr>
            <a:endParaRPr lang="en-US" sz="1700">
              <a:latin typeface="Calibri"/>
              <a:ea typeface="Calibri"/>
              <a:cs typeface="Calibri"/>
            </a:endParaRPr>
          </a:p>
        </p:txBody>
      </p:sp>
      <p:pic>
        <p:nvPicPr>
          <p:cNvPr id="5" name="Picture 5">
            <a:extLst>
              <a:ext uri="{FF2B5EF4-FFF2-40B4-BE49-F238E27FC236}">
                <a16:creationId xmlns:a16="http://schemas.microsoft.com/office/drawing/2014/main" id="{2D504E77-8FA4-2649-3228-94F24FEC0AF0}"/>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16210" r="16688" b="1"/>
          <a:stretch/>
        </p:blipFill>
        <p:spPr>
          <a:xfrm>
            <a:off x="7675658" y="2093976"/>
            <a:ext cx="3941064" cy="4096512"/>
          </a:xfrm>
          <a:prstGeom prst="rect">
            <a:avLst/>
          </a:prstGeom>
        </p:spPr>
      </p:pic>
      <p:sp>
        <p:nvSpPr>
          <p:cNvPr id="6" name="TextBox 5">
            <a:extLst>
              <a:ext uri="{FF2B5EF4-FFF2-40B4-BE49-F238E27FC236}">
                <a16:creationId xmlns:a16="http://schemas.microsoft.com/office/drawing/2014/main" id="{87510FE7-CA98-DF7B-AD1F-8EE327898C59}"/>
              </a:ext>
            </a:extLst>
          </p:cNvPr>
          <p:cNvSpPr txBox="1"/>
          <p:nvPr/>
        </p:nvSpPr>
        <p:spPr>
          <a:xfrm>
            <a:off x="9295253" y="5990433"/>
            <a:ext cx="2321469"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a:t>
            </a:r>
            <a:r>
              <a:rPr lang="en-US" sz="700">
                <a:solidFill>
                  <a:srgbClr val="FFFFFF"/>
                </a:solidFill>
              </a:rPr>
              <a:t>.</a:t>
            </a:r>
          </a:p>
        </p:txBody>
      </p:sp>
    </p:spTree>
    <p:extLst>
      <p:ext uri="{BB962C8B-B14F-4D97-AF65-F5344CB8AC3E}">
        <p14:creationId xmlns:p14="http://schemas.microsoft.com/office/powerpoint/2010/main" val="83069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FA47EB2-2BF1-BC99-EECD-81C3DAE78C00}"/>
              </a:ext>
            </a:extLst>
          </p:cNvPr>
          <p:cNvSpPr>
            <a:spLocks noGrp="1"/>
          </p:cNvSpPr>
          <p:nvPr>
            <p:ph type="title"/>
          </p:nvPr>
        </p:nvSpPr>
        <p:spPr>
          <a:xfrm>
            <a:off x="523717" y="609597"/>
            <a:ext cx="8082153" cy="842011"/>
          </a:xfrm>
        </p:spPr>
        <p:txBody>
          <a:bodyPr>
            <a:normAutofit/>
          </a:bodyPr>
          <a:lstStyle/>
          <a:p>
            <a:r>
              <a:rPr lang="en-US" b="1">
                <a:latin typeface="Times New Roman"/>
                <a:cs typeface="Calibri Light"/>
              </a:rPr>
              <a:t>PROPOSED METHODOLGY</a:t>
            </a:r>
            <a:endParaRPr lang="en-US" b="1">
              <a:latin typeface="Times New Roman"/>
            </a:endParaRPr>
          </a:p>
        </p:txBody>
      </p:sp>
      <p:sp>
        <p:nvSpPr>
          <p:cNvPr id="3" name="Content Placeholder 2">
            <a:extLst>
              <a:ext uri="{FF2B5EF4-FFF2-40B4-BE49-F238E27FC236}">
                <a16:creationId xmlns:a16="http://schemas.microsoft.com/office/drawing/2014/main" id="{71CFDC59-3AE7-32A0-1E98-26FAD40B8097}"/>
              </a:ext>
            </a:extLst>
          </p:cNvPr>
          <p:cNvSpPr>
            <a:spLocks noGrp="1"/>
          </p:cNvSpPr>
          <p:nvPr>
            <p:ph idx="1"/>
          </p:nvPr>
        </p:nvSpPr>
        <p:spPr>
          <a:xfrm>
            <a:off x="446921" y="1709532"/>
            <a:ext cx="8990410" cy="4722904"/>
          </a:xfrm>
        </p:spPr>
        <p:txBody>
          <a:bodyPr vert="horz" lIns="91440" tIns="45720" rIns="91440" bIns="45720" rtlCol="0" anchor="t">
            <a:noAutofit/>
          </a:bodyPr>
          <a:lstStyle/>
          <a:p>
            <a:pPr marL="0" indent="0">
              <a:buNone/>
            </a:pPr>
            <a:r>
              <a:rPr lang="en-US">
                <a:latin typeface="Times New Roman"/>
                <a:cs typeface="Calibri"/>
              </a:rPr>
              <a:t>PROJECT SCOPE :</a:t>
            </a:r>
          </a:p>
          <a:p>
            <a:pPr marL="0" indent="0">
              <a:buNone/>
            </a:pPr>
            <a:r>
              <a:rPr lang="en-US" sz="2400">
                <a:cs typeface="Calibri"/>
              </a:rPr>
              <a:t>Using a combination of homomorphic encryption and binary search tree data structures.</a:t>
            </a:r>
            <a:endParaRPr lang="en-US">
              <a:cs typeface="Calibri"/>
            </a:endParaRPr>
          </a:p>
          <a:p>
            <a:r>
              <a:rPr lang="en-US" sz="2400">
                <a:cs typeface="Calibri"/>
              </a:rPr>
              <a:t>Homomorphic encryption is to encrypt the data and perform comparisons between encrypted value.</a:t>
            </a:r>
          </a:p>
          <a:p>
            <a:r>
              <a:rPr lang="en-US" sz="2400">
                <a:cs typeface="Calibri"/>
              </a:rPr>
              <a:t>Binary search tree data structure to efficiently compute skyline queries on the encrypted data.</a:t>
            </a:r>
          </a:p>
          <a:p>
            <a:pPr marL="0" indent="0">
              <a:buNone/>
            </a:pPr>
            <a:r>
              <a:rPr lang="en-US">
                <a:latin typeface="Times New Roman"/>
                <a:cs typeface="Calibri"/>
              </a:rPr>
              <a:t>OBJECTIVE:</a:t>
            </a:r>
          </a:p>
          <a:p>
            <a:pPr marL="0" indent="0">
              <a:buNone/>
            </a:pPr>
            <a:r>
              <a:rPr lang="en-US" sz="2400">
                <a:cs typeface="Calibri"/>
              </a:rPr>
              <a:t>It reduces the computational and communication overhead compared to existing methods, data remain encrypted throughout the entire computation process, only the final skyline queries results are decrypted.</a:t>
            </a:r>
          </a:p>
        </p:txBody>
      </p:sp>
      <p:pic>
        <p:nvPicPr>
          <p:cNvPr id="4" name="Picture 4" descr="A picture containing diagram&#10;&#10;Description automatically generated">
            <a:extLst>
              <a:ext uri="{FF2B5EF4-FFF2-40B4-BE49-F238E27FC236}">
                <a16:creationId xmlns:a16="http://schemas.microsoft.com/office/drawing/2014/main" id="{3C36AF6C-C71C-F795-4498-80CB777EBA6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551706" y="780738"/>
            <a:ext cx="2217062" cy="3022703"/>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0487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7F711-4CFB-EB77-553E-D962659163EF}"/>
              </a:ext>
            </a:extLst>
          </p:cNvPr>
          <p:cNvSpPr>
            <a:spLocks noGrp="1"/>
          </p:cNvSpPr>
          <p:nvPr>
            <p:ph type="title"/>
          </p:nvPr>
        </p:nvSpPr>
        <p:spPr>
          <a:xfrm>
            <a:off x="373727" y="224998"/>
            <a:ext cx="9549335" cy="1325563"/>
          </a:xfrm>
        </p:spPr>
        <p:txBody>
          <a:bodyPr>
            <a:normAutofit/>
          </a:bodyPr>
          <a:lstStyle/>
          <a:p>
            <a:r>
              <a:rPr lang="en-US" sz="3600" b="1">
                <a:latin typeface="Times New Roman"/>
                <a:cs typeface="Calibri Light"/>
              </a:rPr>
              <a:t>SOFTWARE </a:t>
            </a:r>
            <a:r>
              <a:rPr lang="en-US" sz="3200" b="1">
                <a:latin typeface="Times New Roman"/>
                <a:cs typeface="Calibri Light"/>
              </a:rPr>
              <a:t>REQUIREMENT SPECIFICATIONS</a:t>
            </a:r>
          </a:p>
        </p:txBody>
      </p:sp>
      <p:sp>
        <p:nvSpPr>
          <p:cNvPr id="3" name="Content Placeholder 2">
            <a:extLst>
              <a:ext uri="{FF2B5EF4-FFF2-40B4-BE49-F238E27FC236}">
                <a16:creationId xmlns:a16="http://schemas.microsoft.com/office/drawing/2014/main" id="{EE8997CC-9090-3FD2-A576-AD218EB28A1F}"/>
              </a:ext>
            </a:extLst>
          </p:cNvPr>
          <p:cNvSpPr>
            <a:spLocks noGrp="1"/>
          </p:cNvSpPr>
          <p:nvPr>
            <p:ph idx="1"/>
          </p:nvPr>
        </p:nvSpPr>
        <p:spPr>
          <a:xfrm>
            <a:off x="86006" y="1496381"/>
            <a:ext cx="8880964" cy="3846457"/>
          </a:xfrm>
        </p:spPr>
        <p:txBody>
          <a:bodyPr vert="horz" lIns="91440" tIns="45720" rIns="91440" bIns="45720" rtlCol="0" anchor="ctr">
            <a:normAutofit/>
          </a:bodyPr>
          <a:lstStyle/>
          <a:p>
            <a:r>
              <a:rPr lang="en-US" sz="3200">
                <a:ea typeface="+mn-lt"/>
                <a:cs typeface="+mn-lt"/>
              </a:rPr>
              <a:t>Operating System    -        Windows 10/11</a:t>
            </a:r>
            <a:endParaRPr lang="en-US" sz="3200">
              <a:cs typeface="Calibri" panose="020F0502020204030204"/>
            </a:endParaRPr>
          </a:p>
          <a:p>
            <a:r>
              <a:rPr lang="en-US" sz="3200">
                <a:ea typeface="+mn-lt"/>
                <a:cs typeface="+mn-lt"/>
              </a:rPr>
              <a:t>Coding Language     -        Java/J2EE(JSP, Servlet)</a:t>
            </a:r>
            <a:endParaRPr lang="en-US" sz="3200">
              <a:cs typeface="Calibri"/>
            </a:endParaRPr>
          </a:p>
          <a:p>
            <a:r>
              <a:rPr lang="en-US" sz="3200">
                <a:ea typeface="+mn-lt"/>
                <a:cs typeface="+mn-lt"/>
              </a:rPr>
              <a:t>Front End                  -        J2EE</a:t>
            </a:r>
            <a:endParaRPr lang="en-US" sz="3200">
              <a:cs typeface="Calibri"/>
            </a:endParaRPr>
          </a:p>
          <a:p>
            <a:r>
              <a:rPr lang="en-US" sz="3200">
                <a:ea typeface="+mn-lt"/>
                <a:cs typeface="+mn-lt"/>
              </a:rPr>
              <a:t>Back End                   -        MySQL</a:t>
            </a:r>
            <a:endParaRPr lang="en-US" sz="3200">
              <a:cs typeface="Calibri"/>
            </a:endParaRPr>
          </a:p>
          <a:p>
            <a:pPr marL="0" indent="0">
              <a:buNone/>
            </a:pPr>
            <a:br>
              <a:rPr lang="en-US" sz="2400"/>
            </a:br>
            <a:endParaRPr lang="en-US" sz="3600">
              <a:cs typeface="Calibri" panose="020F0502020204030204"/>
            </a:endParaRPr>
          </a:p>
        </p:txBody>
      </p:sp>
      <p:sp>
        <p:nvSpPr>
          <p:cNvPr id="29" name="Rectangle 28">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rgbClr val="712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rgbClr val="EAF1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Graphical user interface&#10;&#10;Description automatically generated">
            <a:extLst>
              <a:ext uri="{FF2B5EF4-FFF2-40B4-BE49-F238E27FC236}">
                <a16:creationId xmlns:a16="http://schemas.microsoft.com/office/drawing/2014/main" id="{8F07D86F-1E5B-1028-FB00-156D4BB49213}"/>
              </a:ext>
            </a:extLst>
          </p:cNvPr>
          <p:cNvPicPr>
            <a:picLocks noChangeAspect="1"/>
          </p:cNvPicPr>
          <p:nvPr/>
        </p:nvPicPr>
        <p:blipFill rotWithShape="1">
          <a:blip r:embed="rId2">
            <a:alphaModFix/>
            <a:extLst>
              <a:ext uri="{837473B0-CC2E-450A-ABE3-18F120FF3D39}">
                <a1611:picAttrSrcUrl xmlns:a1611="http://schemas.microsoft.com/office/drawing/2016/11/main" r:id="rId3"/>
              </a:ext>
            </a:extLst>
          </a:blip>
          <a:srcRect l="37104" r="6558" b="5"/>
          <a:stretch/>
        </p:blipFill>
        <p:spPr>
          <a:xfrm>
            <a:off x="9030743" y="2474254"/>
            <a:ext cx="1912560" cy="1909489"/>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5" name="TextBox 4">
            <a:extLst>
              <a:ext uri="{FF2B5EF4-FFF2-40B4-BE49-F238E27FC236}">
                <a16:creationId xmlns:a16="http://schemas.microsoft.com/office/drawing/2014/main" id="{277A9CEB-C8E8-0523-7547-1E4BDD1AFA80}"/>
              </a:ext>
            </a:extLst>
          </p:cNvPr>
          <p:cNvSpPr txBox="1"/>
          <p:nvPr/>
        </p:nvSpPr>
        <p:spPr>
          <a:xfrm>
            <a:off x="9990756" y="6657945"/>
            <a:ext cx="220124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a:t>
            </a:r>
            <a:r>
              <a:rPr lang="en-US" sz="700">
                <a:solidFill>
                  <a:srgbClr val="FFFFFF"/>
                </a:solidFill>
              </a:rPr>
              <a:t>.</a:t>
            </a:r>
          </a:p>
        </p:txBody>
      </p:sp>
    </p:spTree>
    <p:extLst>
      <p:ext uri="{BB962C8B-B14F-4D97-AF65-F5344CB8AC3E}">
        <p14:creationId xmlns:p14="http://schemas.microsoft.com/office/powerpoint/2010/main" val="1228873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506F05A8-7D5C-F6AA-44C4-5ECB5886CD64}"/>
              </a:ext>
            </a:extLst>
          </p:cNvPr>
          <p:cNvSpPr>
            <a:spLocks noGrp="1"/>
          </p:cNvSpPr>
          <p:nvPr>
            <p:ph type="title"/>
          </p:nvPr>
        </p:nvSpPr>
        <p:spPr>
          <a:xfrm>
            <a:off x="838200" y="365125"/>
            <a:ext cx="10515599" cy="1325563"/>
          </a:xfrm>
        </p:spPr>
        <p:txBody>
          <a:bodyPr>
            <a:normAutofit/>
          </a:bodyPr>
          <a:lstStyle/>
          <a:p>
            <a:r>
              <a:rPr lang="en-US" b="1">
                <a:latin typeface="Times New Roman"/>
                <a:cs typeface="Calibri Light"/>
              </a:rPr>
              <a:t>HARDWARE REQUIREMENTS</a:t>
            </a:r>
          </a:p>
        </p:txBody>
      </p:sp>
      <p:sp>
        <p:nvSpPr>
          <p:cNvPr id="3" name="Content Placeholder 2">
            <a:extLst>
              <a:ext uri="{FF2B5EF4-FFF2-40B4-BE49-F238E27FC236}">
                <a16:creationId xmlns:a16="http://schemas.microsoft.com/office/drawing/2014/main" id="{ECD45B66-3AB1-3154-C02A-07F01B1A897A}"/>
              </a:ext>
            </a:extLst>
          </p:cNvPr>
          <p:cNvSpPr>
            <a:spLocks noGrp="1"/>
          </p:cNvSpPr>
          <p:nvPr>
            <p:ph idx="1"/>
          </p:nvPr>
        </p:nvSpPr>
        <p:spPr>
          <a:xfrm>
            <a:off x="838200" y="1825625"/>
            <a:ext cx="7664982" cy="4351338"/>
          </a:xfrm>
        </p:spPr>
        <p:txBody>
          <a:bodyPr vert="horz" lIns="91440" tIns="45720" rIns="91440" bIns="45720" rtlCol="0" anchor="t">
            <a:normAutofit/>
          </a:bodyPr>
          <a:lstStyle/>
          <a:p>
            <a:r>
              <a:rPr lang="en-US">
                <a:ea typeface="+mn-lt"/>
                <a:cs typeface="+mn-lt"/>
              </a:rPr>
              <a:t> Processor            -    intel core i9</a:t>
            </a:r>
            <a:endParaRPr lang="en-US">
              <a:cs typeface="Calibri" panose="020F0502020204030204"/>
            </a:endParaRPr>
          </a:p>
          <a:p>
            <a:r>
              <a:rPr lang="en-US">
                <a:ea typeface="+mn-lt"/>
                <a:cs typeface="+mn-lt"/>
              </a:rPr>
              <a:t> RAM                     -    4 GB (min)</a:t>
            </a:r>
            <a:endParaRPr lang="en-US">
              <a:cs typeface="Calibri"/>
            </a:endParaRPr>
          </a:p>
          <a:p>
            <a:r>
              <a:rPr lang="en-US">
                <a:ea typeface="+mn-lt"/>
                <a:cs typeface="+mn-lt"/>
              </a:rPr>
              <a:t> Hard Disk             -    120 GB</a:t>
            </a:r>
            <a:endParaRPr lang="en-US">
              <a:cs typeface="Calibri"/>
            </a:endParaRPr>
          </a:p>
          <a:p>
            <a:r>
              <a:rPr lang="en-US">
                <a:ea typeface="+mn-lt"/>
                <a:cs typeface="+mn-lt"/>
              </a:rPr>
              <a:t> Key Board            </a:t>
            </a:r>
            <a:endParaRPr lang="en-US" err="1">
              <a:cs typeface="Calibri"/>
            </a:endParaRPr>
          </a:p>
          <a:p>
            <a:r>
              <a:rPr lang="en-US">
                <a:ea typeface="+mn-lt"/>
                <a:cs typeface="+mn-lt"/>
              </a:rPr>
              <a:t> Mouse                  </a:t>
            </a:r>
            <a:endParaRPr lang="en-US">
              <a:cs typeface="Calibri"/>
            </a:endParaRPr>
          </a:p>
          <a:p>
            <a:r>
              <a:rPr lang="en-US">
                <a:ea typeface="+mn-lt"/>
                <a:cs typeface="+mn-lt"/>
              </a:rPr>
              <a:t> Monitor                </a:t>
            </a:r>
            <a:endParaRPr lang="en-US">
              <a:cs typeface="Calibri"/>
            </a:endParaRPr>
          </a:p>
          <a:p>
            <a:endParaRPr lang="en-US">
              <a:cs typeface="Calibri"/>
            </a:endParaRPr>
          </a:p>
        </p:txBody>
      </p:sp>
      <p:pic>
        <p:nvPicPr>
          <p:cNvPr id="4" name="Picture 4" descr="Kostenloses Foto: Tastatur, Computer, Hardware - Kostenloses Bild auf ...">
            <a:extLst>
              <a:ext uri="{FF2B5EF4-FFF2-40B4-BE49-F238E27FC236}">
                <a16:creationId xmlns:a16="http://schemas.microsoft.com/office/drawing/2014/main" id="{7F4E4245-A70C-54AB-37C6-C1E94548DAD6}"/>
              </a:ext>
            </a:extLst>
          </p:cNvPr>
          <p:cNvPicPr>
            <a:picLocks noChangeAspect="1"/>
          </p:cNvPicPr>
          <p:nvPr/>
        </p:nvPicPr>
        <p:blipFill rotWithShape="1">
          <a:blip r:embed="rId2"/>
          <a:srcRect l="14228" r="19021" b="-1"/>
          <a:stretch/>
        </p:blipFill>
        <p:spPr>
          <a:xfrm>
            <a:off x="8876124" y="1771078"/>
            <a:ext cx="2908995" cy="3268429"/>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78"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0"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6639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C8AD-40A7-8EA5-52EF-37044A9E1A7E}"/>
              </a:ext>
            </a:extLst>
          </p:cNvPr>
          <p:cNvSpPr>
            <a:spLocks noGrp="1"/>
          </p:cNvSpPr>
          <p:nvPr>
            <p:ph type="title"/>
          </p:nvPr>
        </p:nvSpPr>
        <p:spPr>
          <a:xfrm>
            <a:off x="838200" y="365125"/>
            <a:ext cx="10515600" cy="681620"/>
          </a:xfrm>
        </p:spPr>
        <p:txBody>
          <a:bodyPr>
            <a:normAutofit fontScale="90000"/>
          </a:bodyPr>
          <a:lstStyle/>
          <a:p>
            <a:r>
              <a:rPr lang="en-US" b="1">
                <a:latin typeface="Times New Roman"/>
                <a:cs typeface="Calibri Light"/>
              </a:rPr>
              <a:t>ARCHITECTURE:</a:t>
            </a:r>
            <a:endParaRPr lang="en-US" b="1">
              <a:latin typeface="Times New Roman"/>
            </a:endParaRPr>
          </a:p>
        </p:txBody>
      </p:sp>
      <p:pic>
        <p:nvPicPr>
          <p:cNvPr id="7" name="Content Placeholder 6" descr="A diagram of a cloud server&#10;&#10;Description automatically generated">
            <a:extLst>
              <a:ext uri="{FF2B5EF4-FFF2-40B4-BE49-F238E27FC236}">
                <a16:creationId xmlns:a16="http://schemas.microsoft.com/office/drawing/2014/main" id="{B1801EA0-6718-8375-DA91-59F6A5E7C3A1}"/>
              </a:ext>
            </a:extLst>
          </p:cNvPr>
          <p:cNvPicPr>
            <a:picLocks noGrp="1" noChangeAspect="1"/>
          </p:cNvPicPr>
          <p:nvPr>
            <p:ph idx="1"/>
          </p:nvPr>
        </p:nvPicPr>
        <p:blipFill>
          <a:blip r:embed="rId2"/>
          <a:stretch>
            <a:fillRect/>
          </a:stretch>
        </p:blipFill>
        <p:spPr>
          <a:xfrm>
            <a:off x="1137536" y="1166643"/>
            <a:ext cx="9655115" cy="5810517"/>
          </a:xfrm>
        </p:spPr>
      </p:pic>
    </p:spTree>
    <p:extLst>
      <p:ext uri="{BB962C8B-B14F-4D97-AF65-F5344CB8AC3E}">
        <p14:creationId xmlns:p14="http://schemas.microsoft.com/office/powerpoint/2010/main" val="2257621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E4FEB-0CF4-AA9C-D1D1-FC56AF57CE1C}"/>
              </a:ext>
            </a:extLst>
          </p:cNvPr>
          <p:cNvSpPr>
            <a:spLocks noGrp="1"/>
          </p:cNvSpPr>
          <p:nvPr>
            <p:ph type="title"/>
          </p:nvPr>
        </p:nvSpPr>
        <p:spPr>
          <a:xfrm>
            <a:off x="838200" y="365125"/>
            <a:ext cx="10515600" cy="735282"/>
          </a:xfrm>
        </p:spPr>
        <p:txBody>
          <a:bodyPr/>
          <a:lstStyle/>
          <a:p>
            <a:r>
              <a:rPr lang="en-US" b="1">
                <a:ea typeface="Calibri Light"/>
                <a:cs typeface="Calibri Light"/>
              </a:rPr>
              <a:t>Class Diagram</a:t>
            </a:r>
            <a:endParaRPr lang="en-US" b="1"/>
          </a:p>
        </p:txBody>
      </p:sp>
      <p:pic>
        <p:nvPicPr>
          <p:cNvPr id="4" name="Content Placeholder 3" descr="A screenshot of a computer&#10;&#10;Description automatically generated">
            <a:extLst>
              <a:ext uri="{FF2B5EF4-FFF2-40B4-BE49-F238E27FC236}">
                <a16:creationId xmlns:a16="http://schemas.microsoft.com/office/drawing/2014/main" id="{CBA6688C-D0CE-ABB0-AA18-C89EB130574B}"/>
              </a:ext>
            </a:extLst>
          </p:cNvPr>
          <p:cNvPicPr>
            <a:picLocks noGrp="1" noChangeAspect="1"/>
          </p:cNvPicPr>
          <p:nvPr>
            <p:ph idx="1"/>
          </p:nvPr>
        </p:nvPicPr>
        <p:blipFill>
          <a:blip r:embed="rId2"/>
          <a:stretch>
            <a:fillRect/>
          </a:stretch>
        </p:blipFill>
        <p:spPr>
          <a:xfrm>
            <a:off x="967086" y="1160429"/>
            <a:ext cx="10053914" cy="5574406"/>
          </a:xfrm>
        </p:spPr>
      </p:pic>
    </p:spTree>
    <p:extLst>
      <p:ext uri="{BB962C8B-B14F-4D97-AF65-F5344CB8AC3E}">
        <p14:creationId xmlns:p14="http://schemas.microsoft.com/office/powerpoint/2010/main" val="3883736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47A63-A5C3-BFE5-C1F4-7B193A5277A1}"/>
              </a:ext>
            </a:extLst>
          </p:cNvPr>
          <p:cNvSpPr>
            <a:spLocks noGrp="1"/>
          </p:cNvSpPr>
          <p:nvPr>
            <p:ph type="title"/>
          </p:nvPr>
        </p:nvSpPr>
        <p:spPr>
          <a:xfrm>
            <a:off x="655750" y="129013"/>
            <a:ext cx="10698050" cy="842605"/>
          </a:xfrm>
        </p:spPr>
        <p:txBody>
          <a:bodyPr/>
          <a:lstStyle/>
          <a:p>
            <a:r>
              <a:rPr lang="en-US" b="1">
                <a:latin typeface="Times New Roman"/>
                <a:ea typeface="Calibri Light"/>
                <a:cs typeface="Calibri Light"/>
              </a:rPr>
              <a:t>Sequence Diagram</a:t>
            </a:r>
            <a:endParaRPr lang="en-US" b="1">
              <a:latin typeface="Times New Roman"/>
            </a:endParaRPr>
          </a:p>
        </p:txBody>
      </p:sp>
      <p:pic>
        <p:nvPicPr>
          <p:cNvPr id="4" name="Content Placeholder 3" descr="A screenshot of a computer&#10;&#10;Description automatically generated">
            <a:extLst>
              <a:ext uri="{FF2B5EF4-FFF2-40B4-BE49-F238E27FC236}">
                <a16:creationId xmlns:a16="http://schemas.microsoft.com/office/drawing/2014/main" id="{26107CAC-58F3-CD12-5558-95C846D9C533}"/>
              </a:ext>
            </a:extLst>
          </p:cNvPr>
          <p:cNvPicPr>
            <a:picLocks noGrp="1" noChangeAspect="1"/>
          </p:cNvPicPr>
          <p:nvPr>
            <p:ph idx="1"/>
          </p:nvPr>
        </p:nvPicPr>
        <p:blipFill>
          <a:blip r:embed="rId2"/>
          <a:stretch>
            <a:fillRect/>
          </a:stretch>
        </p:blipFill>
        <p:spPr>
          <a:xfrm>
            <a:off x="1565927" y="1138966"/>
            <a:ext cx="8748908" cy="5338291"/>
          </a:xfrm>
        </p:spPr>
      </p:pic>
    </p:spTree>
    <p:extLst>
      <p:ext uri="{BB962C8B-B14F-4D97-AF65-F5344CB8AC3E}">
        <p14:creationId xmlns:p14="http://schemas.microsoft.com/office/powerpoint/2010/main" val="3860831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5132A-DDFB-F3FB-D80E-39273D8688F2}"/>
              </a:ext>
            </a:extLst>
          </p:cNvPr>
          <p:cNvSpPr>
            <a:spLocks noGrp="1"/>
          </p:cNvSpPr>
          <p:nvPr>
            <p:ph type="title"/>
          </p:nvPr>
        </p:nvSpPr>
        <p:spPr>
          <a:xfrm>
            <a:off x="687947" y="224"/>
            <a:ext cx="10665853" cy="1014323"/>
          </a:xfrm>
        </p:spPr>
        <p:txBody>
          <a:bodyPr/>
          <a:lstStyle/>
          <a:p>
            <a:r>
              <a:rPr lang="en-US" b="1">
                <a:latin typeface="Times New Roman"/>
                <a:ea typeface="Calibri Light"/>
                <a:cs typeface="Calibri Light"/>
              </a:rPr>
              <a:t>Data Flow Diagram</a:t>
            </a:r>
          </a:p>
        </p:txBody>
      </p:sp>
      <p:pic>
        <p:nvPicPr>
          <p:cNvPr id="4" name="Content Placeholder 3" descr="A diagram of a company&#10;&#10;Description automatically generated">
            <a:extLst>
              <a:ext uri="{FF2B5EF4-FFF2-40B4-BE49-F238E27FC236}">
                <a16:creationId xmlns:a16="http://schemas.microsoft.com/office/drawing/2014/main" id="{312BF4EA-573C-332E-338F-4B377C03DDC9}"/>
              </a:ext>
            </a:extLst>
          </p:cNvPr>
          <p:cNvPicPr>
            <a:picLocks noGrp="1" noChangeAspect="1"/>
          </p:cNvPicPr>
          <p:nvPr>
            <p:ph idx="1"/>
          </p:nvPr>
        </p:nvPicPr>
        <p:blipFill>
          <a:blip r:embed="rId2"/>
          <a:stretch>
            <a:fillRect/>
          </a:stretch>
        </p:blipFill>
        <p:spPr>
          <a:xfrm>
            <a:off x="1157023" y="1128232"/>
            <a:ext cx="9244743" cy="5263165"/>
          </a:xfrm>
        </p:spPr>
      </p:pic>
    </p:spTree>
    <p:extLst>
      <p:ext uri="{BB962C8B-B14F-4D97-AF65-F5344CB8AC3E}">
        <p14:creationId xmlns:p14="http://schemas.microsoft.com/office/powerpoint/2010/main" val="3143013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3B1EE-9435-B53E-AE96-FBC55332B5FD}"/>
              </a:ext>
            </a:extLst>
          </p:cNvPr>
          <p:cNvSpPr>
            <a:spLocks noGrp="1"/>
          </p:cNvSpPr>
          <p:nvPr>
            <p:ph type="title"/>
          </p:nvPr>
        </p:nvSpPr>
        <p:spPr>
          <a:xfrm>
            <a:off x="741609" y="224"/>
            <a:ext cx="10612191" cy="788944"/>
          </a:xfrm>
        </p:spPr>
        <p:txBody>
          <a:bodyPr/>
          <a:lstStyle/>
          <a:p>
            <a:r>
              <a:rPr lang="en-US" b="1">
                <a:latin typeface="Times New Roman"/>
                <a:ea typeface="Calibri Light"/>
                <a:cs typeface="Calibri Light"/>
              </a:rPr>
              <a:t>Client Flowchart</a:t>
            </a:r>
            <a:endParaRPr lang="en-US" b="1">
              <a:latin typeface="Times New Roman"/>
            </a:endParaRPr>
          </a:p>
        </p:txBody>
      </p:sp>
      <p:pic>
        <p:nvPicPr>
          <p:cNvPr id="7" name="Content Placeholder 6" descr="A flowchart of a computer program&#10;&#10;Description automatically generated">
            <a:extLst>
              <a:ext uri="{FF2B5EF4-FFF2-40B4-BE49-F238E27FC236}">
                <a16:creationId xmlns:a16="http://schemas.microsoft.com/office/drawing/2014/main" id="{CA46E559-52DC-2556-0BF0-A06D495A917D}"/>
              </a:ext>
            </a:extLst>
          </p:cNvPr>
          <p:cNvPicPr>
            <a:picLocks noGrp="1" noChangeAspect="1"/>
          </p:cNvPicPr>
          <p:nvPr>
            <p:ph idx="1"/>
          </p:nvPr>
        </p:nvPicPr>
        <p:blipFill>
          <a:blip r:embed="rId2"/>
          <a:stretch>
            <a:fillRect/>
          </a:stretch>
        </p:blipFill>
        <p:spPr>
          <a:xfrm>
            <a:off x="2579913" y="720402"/>
            <a:ext cx="6484822" cy="5982235"/>
          </a:xfrm>
        </p:spPr>
      </p:pic>
    </p:spTree>
    <p:extLst>
      <p:ext uri="{BB962C8B-B14F-4D97-AF65-F5344CB8AC3E}">
        <p14:creationId xmlns:p14="http://schemas.microsoft.com/office/powerpoint/2010/main" val="2479552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0EF84-A7D5-7E2B-4803-7B8AC4B057F9}"/>
              </a:ext>
            </a:extLst>
          </p:cNvPr>
          <p:cNvSpPr>
            <a:spLocks noGrp="1"/>
          </p:cNvSpPr>
          <p:nvPr>
            <p:ph type="title"/>
          </p:nvPr>
        </p:nvSpPr>
        <p:spPr>
          <a:xfrm>
            <a:off x="666482" y="107548"/>
            <a:ext cx="10687318" cy="853337"/>
          </a:xfrm>
        </p:spPr>
        <p:txBody>
          <a:bodyPr/>
          <a:lstStyle/>
          <a:p>
            <a:r>
              <a:rPr lang="en-US" b="1">
                <a:latin typeface="Times New Roman"/>
                <a:ea typeface="Calibri Light"/>
                <a:cs typeface="Calibri Light"/>
              </a:rPr>
              <a:t>Owner Flowchart</a:t>
            </a:r>
          </a:p>
        </p:txBody>
      </p:sp>
      <p:pic>
        <p:nvPicPr>
          <p:cNvPr id="7" name="Content Placeholder 6" descr="A flow chart of a user account&#10;&#10;Description automatically generated">
            <a:extLst>
              <a:ext uri="{FF2B5EF4-FFF2-40B4-BE49-F238E27FC236}">
                <a16:creationId xmlns:a16="http://schemas.microsoft.com/office/drawing/2014/main" id="{030F3AF8-E625-E828-C8F1-023A23DDC94D}"/>
              </a:ext>
            </a:extLst>
          </p:cNvPr>
          <p:cNvPicPr>
            <a:picLocks noGrp="1" noChangeAspect="1"/>
          </p:cNvPicPr>
          <p:nvPr>
            <p:ph idx="1"/>
          </p:nvPr>
        </p:nvPicPr>
        <p:blipFill>
          <a:blip r:embed="rId2"/>
          <a:stretch>
            <a:fillRect/>
          </a:stretch>
        </p:blipFill>
        <p:spPr>
          <a:xfrm>
            <a:off x="2585466" y="1026275"/>
            <a:ext cx="6731293" cy="5413420"/>
          </a:xfrm>
        </p:spPr>
      </p:pic>
    </p:spTree>
    <p:extLst>
      <p:ext uri="{BB962C8B-B14F-4D97-AF65-F5344CB8AC3E}">
        <p14:creationId xmlns:p14="http://schemas.microsoft.com/office/powerpoint/2010/main" val="46636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CCE7E-FE2B-8972-1E59-290B37C2E029}"/>
              </a:ext>
            </a:extLst>
          </p:cNvPr>
          <p:cNvSpPr>
            <a:spLocks noGrp="1"/>
          </p:cNvSpPr>
          <p:nvPr>
            <p:ph type="title"/>
          </p:nvPr>
        </p:nvSpPr>
        <p:spPr>
          <a:xfrm>
            <a:off x="827468" y="161210"/>
            <a:ext cx="10526332" cy="896267"/>
          </a:xfrm>
        </p:spPr>
        <p:txBody>
          <a:bodyPr>
            <a:normAutofit/>
          </a:bodyPr>
          <a:lstStyle/>
          <a:p>
            <a:r>
              <a:rPr lang="en-US" b="1">
                <a:latin typeface="Times New Roman"/>
                <a:ea typeface="Calibri Light"/>
                <a:cs typeface="Calibri Light"/>
              </a:rPr>
              <a:t>Cloud Flowchart</a:t>
            </a:r>
          </a:p>
        </p:txBody>
      </p:sp>
      <p:pic>
        <p:nvPicPr>
          <p:cNvPr id="4" name="Content Placeholder 3" descr="A screenshot of a computer flowchart&#10;&#10;Description automatically generated">
            <a:extLst>
              <a:ext uri="{FF2B5EF4-FFF2-40B4-BE49-F238E27FC236}">
                <a16:creationId xmlns:a16="http://schemas.microsoft.com/office/drawing/2014/main" id="{5E94C97D-2EA0-00F3-BDD2-D4CCE5169419}"/>
              </a:ext>
            </a:extLst>
          </p:cNvPr>
          <p:cNvPicPr>
            <a:picLocks noGrp="1" noChangeAspect="1"/>
          </p:cNvPicPr>
          <p:nvPr>
            <p:ph idx="1"/>
          </p:nvPr>
        </p:nvPicPr>
        <p:blipFill>
          <a:blip r:embed="rId2"/>
          <a:stretch>
            <a:fillRect/>
          </a:stretch>
        </p:blipFill>
        <p:spPr>
          <a:xfrm>
            <a:off x="2171935" y="1020909"/>
            <a:ext cx="6399258" cy="5145108"/>
          </a:xfrm>
        </p:spPr>
      </p:pic>
    </p:spTree>
    <p:extLst>
      <p:ext uri="{BB962C8B-B14F-4D97-AF65-F5344CB8AC3E}">
        <p14:creationId xmlns:p14="http://schemas.microsoft.com/office/powerpoint/2010/main" val="4048192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E45A0-B349-AB4F-4E1E-06149487CBDA}"/>
              </a:ext>
            </a:extLst>
          </p:cNvPr>
          <p:cNvSpPr>
            <a:spLocks noGrp="1"/>
          </p:cNvSpPr>
          <p:nvPr>
            <p:ph type="title"/>
          </p:nvPr>
        </p:nvSpPr>
        <p:spPr>
          <a:xfrm>
            <a:off x="838200" y="365125"/>
            <a:ext cx="10515600" cy="1411422"/>
          </a:xfrm>
        </p:spPr>
        <p:txBody>
          <a:bodyPr>
            <a:normAutofit/>
          </a:bodyPr>
          <a:lstStyle/>
          <a:p>
            <a:r>
              <a:rPr lang="en-US" b="1">
                <a:latin typeface="Times New Roman"/>
                <a:ea typeface="Calibri Light"/>
                <a:cs typeface="Calibri Light"/>
              </a:rPr>
              <a:t>Screen Shots Of Output Screen</a:t>
            </a:r>
            <a:br>
              <a:rPr lang="en-US" b="1" dirty="0">
                <a:latin typeface="Times New Roman"/>
                <a:ea typeface="Calibri Light"/>
                <a:cs typeface="Calibri Light"/>
              </a:rPr>
            </a:br>
            <a:r>
              <a:rPr lang="en-US" sz="2000">
                <a:latin typeface="Times New Roman"/>
                <a:ea typeface="Calibri Light"/>
                <a:cs typeface="Calibri Light"/>
              </a:rPr>
              <a:t>login:</a:t>
            </a:r>
            <a:r>
              <a:rPr lang="en-US" sz="2000" dirty="0">
                <a:latin typeface="Calibri Light"/>
                <a:ea typeface="Calibri Light"/>
                <a:cs typeface="Calibri Light"/>
                <a:hlinkClick r:id="rId2"/>
              </a:rPr>
              <a:t>link</a:t>
            </a:r>
          </a:p>
        </p:txBody>
      </p:sp>
      <p:pic>
        <p:nvPicPr>
          <p:cNvPr id="4" name="Content Placeholder 3" descr="A screenshot of a computer&#10;&#10;Description automatically generated">
            <a:extLst>
              <a:ext uri="{FF2B5EF4-FFF2-40B4-BE49-F238E27FC236}">
                <a16:creationId xmlns:a16="http://schemas.microsoft.com/office/drawing/2014/main" id="{7A39034F-BBB5-993F-E4BE-84CF34AA99EB}"/>
              </a:ext>
            </a:extLst>
          </p:cNvPr>
          <p:cNvPicPr>
            <a:picLocks noGrp="1" noChangeAspect="1"/>
          </p:cNvPicPr>
          <p:nvPr>
            <p:ph idx="1"/>
          </p:nvPr>
        </p:nvPicPr>
        <p:blipFill>
          <a:blip r:embed="rId3"/>
          <a:stretch>
            <a:fillRect/>
          </a:stretch>
        </p:blipFill>
        <p:spPr>
          <a:xfrm>
            <a:off x="1427409" y="1900428"/>
            <a:ext cx="9015211" cy="4802746"/>
          </a:xfrm>
        </p:spPr>
      </p:pic>
    </p:spTree>
    <p:extLst>
      <p:ext uri="{BB962C8B-B14F-4D97-AF65-F5344CB8AC3E}">
        <p14:creationId xmlns:p14="http://schemas.microsoft.com/office/powerpoint/2010/main" val="1354817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27C18A-CC45-D801-20C9-EF44470C1CBA}"/>
              </a:ext>
            </a:extLst>
          </p:cNvPr>
          <p:cNvSpPr>
            <a:spLocks noGrp="1"/>
          </p:cNvSpPr>
          <p:nvPr>
            <p:ph type="title"/>
          </p:nvPr>
        </p:nvSpPr>
        <p:spPr>
          <a:xfrm>
            <a:off x="838200" y="365125"/>
            <a:ext cx="10569261" cy="424042"/>
          </a:xfrm>
        </p:spPr>
        <p:txBody>
          <a:bodyPr>
            <a:normAutofit fontScale="90000"/>
          </a:bodyPr>
          <a:lstStyle/>
          <a:p>
            <a:r>
              <a:rPr lang="en-US" b="1">
                <a:latin typeface="Times New Roman"/>
                <a:ea typeface="Calibri Light"/>
                <a:cs typeface="Calibri Light"/>
              </a:rPr>
              <a:t>Owner login</a:t>
            </a:r>
            <a:endParaRPr lang="en-US" b="1">
              <a:latin typeface="Times New Roman"/>
            </a:endParaRPr>
          </a:p>
        </p:txBody>
      </p:sp>
      <p:pic>
        <p:nvPicPr>
          <p:cNvPr id="4" name="Content Placeholder 3" descr="A screenshot of a computer&#10;&#10;Description automatically generated">
            <a:extLst>
              <a:ext uri="{FF2B5EF4-FFF2-40B4-BE49-F238E27FC236}">
                <a16:creationId xmlns:a16="http://schemas.microsoft.com/office/drawing/2014/main" id="{2B155216-C060-F97C-0FCF-441F6D116BA9}"/>
              </a:ext>
            </a:extLst>
          </p:cNvPr>
          <p:cNvPicPr>
            <a:picLocks noGrp="1" noChangeAspect="1"/>
          </p:cNvPicPr>
          <p:nvPr>
            <p:ph idx="1"/>
          </p:nvPr>
        </p:nvPicPr>
        <p:blipFill>
          <a:blip r:embed="rId2"/>
          <a:stretch>
            <a:fillRect/>
          </a:stretch>
        </p:blipFill>
        <p:spPr>
          <a:xfrm>
            <a:off x="1111975" y="924105"/>
            <a:ext cx="9807064" cy="5564097"/>
          </a:xfrm>
        </p:spPr>
      </p:pic>
    </p:spTree>
    <p:extLst>
      <p:ext uri="{BB962C8B-B14F-4D97-AF65-F5344CB8AC3E}">
        <p14:creationId xmlns:p14="http://schemas.microsoft.com/office/powerpoint/2010/main" val="1792753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CBC6D5-4524-7803-7607-1E1FA2F23B09}"/>
              </a:ext>
            </a:extLst>
          </p:cNvPr>
          <p:cNvSpPr>
            <a:spLocks noGrp="1"/>
          </p:cNvSpPr>
          <p:nvPr>
            <p:ph type="title"/>
          </p:nvPr>
        </p:nvSpPr>
        <p:spPr>
          <a:xfrm>
            <a:off x="838200" y="365125"/>
            <a:ext cx="10515600" cy="542099"/>
          </a:xfrm>
        </p:spPr>
        <p:txBody>
          <a:bodyPr>
            <a:normAutofit fontScale="90000"/>
          </a:bodyPr>
          <a:lstStyle/>
          <a:p>
            <a:r>
              <a:rPr lang="en-US" b="1">
                <a:latin typeface="Times New Roman"/>
                <a:ea typeface="Calibri Light"/>
                <a:cs typeface="Calibri Light"/>
              </a:rPr>
              <a:t>Client Login</a:t>
            </a:r>
            <a:endParaRPr lang="en-US" b="1">
              <a:latin typeface="Times New Roman"/>
            </a:endParaRPr>
          </a:p>
        </p:txBody>
      </p:sp>
      <p:pic>
        <p:nvPicPr>
          <p:cNvPr id="6" name="Content Placeholder 5" descr="A screenshot of a computer&#10;&#10;Description automatically generated">
            <a:extLst>
              <a:ext uri="{FF2B5EF4-FFF2-40B4-BE49-F238E27FC236}">
                <a16:creationId xmlns:a16="http://schemas.microsoft.com/office/drawing/2014/main" id="{800D69C8-A060-44CF-7464-C1834A929456}"/>
              </a:ext>
            </a:extLst>
          </p:cNvPr>
          <p:cNvPicPr>
            <a:picLocks noGrp="1" noChangeAspect="1"/>
          </p:cNvPicPr>
          <p:nvPr>
            <p:ph idx="1"/>
          </p:nvPr>
        </p:nvPicPr>
        <p:blipFill>
          <a:blip r:embed="rId2"/>
          <a:stretch>
            <a:fillRect/>
          </a:stretch>
        </p:blipFill>
        <p:spPr>
          <a:xfrm>
            <a:off x="1272961" y="1020695"/>
            <a:ext cx="9774866" cy="5413844"/>
          </a:xfrm>
        </p:spPr>
      </p:pic>
    </p:spTree>
    <p:extLst>
      <p:ext uri="{BB962C8B-B14F-4D97-AF65-F5344CB8AC3E}">
        <p14:creationId xmlns:p14="http://schemas.microsoft.com/office/powerpoint/2010/main" val="312809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3B77E-7F4F-7D83-A0BA-4DFD5756C1EA}"/>
              </a:ext>
            </a:extLst>
          </p:cNvPr>
          <p:cNvSpPr>
            <a:spLocks noGrp="1"/>
          </p:cNvSpPr>
          <p:nvPr>
            <p:ph type="title"/>
          </p:nvPr>
        </p:nvSpPr>
        <p:spPr>
          <a:xfrm>
            <a:off x="838200" y="247069"/>
            <a:ext cx="10515600" cy="563564"/>
          </a:xfrm>
        </p:spPr>
        <p:txBody>
          <a:bodyPr>
            <a:normAutofit fontScale="90000"/>
          </a:bodyPr>
          <a:lstStyle/>
          <a:p>
            <a:r>
              <a:rPr lang="en-US" b="1">
                <a:latin typeface="Times New Roman"/>
                <a:ea typeface="Calibri Light"/>
                <a:cs typeface="Calibri Light"/>
              </a:rPr>
              <a:t>Cloud Login</a:t>
            </a:r>
            <a:endParaRPr lang="en-US" b="1">
              <a:latin typeface="Times New Roman"/>
            </a:endParaRPr>
          </a:p>
        </p:txBody>
      </p:sp>
      <p:pic>
        <p:nvPicPr>
          <p:cNvPr id="4" name="Content Placeholder 3">
            <a:extLst>
              <a:ext uri="{FF2B5EF4-FFF2-40B4-BE49-F238E27FC236}">
                <a16:creationId xmlns:a16="http://schemas.microsoft.com/office/drawing/2014/main" id="{7C2FDDFD-C325-FF90-0E79-462610B23323}"/>
              </a:ext>
            </a:extLst>
          </p:cNvPr>
          <p:cNvPicPr>
            <a:picLocks noGrp="1" noChangeAspect="1"/>
          </p:cNvPicPr>
          <p:nvPr>
            <p:ph idx="1"/>
          </p:nvPr>
        </p:nvPicPr>
        <p:blipFill>
          <a:blip r:embed="rId2"/>
          <a:stretch>
            <a:fillRect/>
          </a:stretch>
        </p:blipFill>
        <p:spPr>
          <a:xfrm>
            <a:off x="1358821" y="967034"/>
            <a:ext cx="9345570" cy="5478238"/>
          </a:xfrm>
        </p:spPr>
      </p:pic>
    </p:spTree>
    <p:extLst>
      <p:ext uri="{BB962C8B-B14F-4D97-AF65-F5344CB8AC3E}">
        <p14:creationId xmlns:p14="http://schemas.microsoft.com/office/powerpoint/2010/main" val="3921641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66E41-9F49-3798-7326-458DE063D77C}"/>
              </a:ext>
            </a:extLst>
          </p:cNvPr>
          <p:cNvSpPr>
            <a:spLocks noGrp="1"/>
          </p:cNvSpPr>
          <p:nvPr>
            <p:ph type="title"/>
          </p:nvPr>
        </p:nvSpPr>
        <p:spPr>
          <a:xfrm>
            <a:off x="838200" y="365125"/>
            <a:ext cx="10515600" cy="466972"/>
          </a:xfrm>
        </p:spPr>
        <p:txBody>
          <a:bodyPr>
            <a:normAutofit fontScale="90000"/>
          </a:bodyPr>
          <a:lstStyle/>
          <a:p>
            <a:r>
              <a:rPr lang="en-US" b="1">
                <a:latin typeface="Times New Roman"/>
                <a:ea typeface="Calibri Light"/>
                <a:cs typeface="Calibri Light"/>
              </a:rPr>
              <a:t>Cloud Server Menu</a:t>
            </a:r>
            <a:endParaRPr lang="en-US" b="1">
              <a:latin typeface="Times New Roman"/>
            </a:endParaRPr>
          </a:p>
        </p:txBody>
      </p:sp>
      <p:pic>
        <p:nvPicPr>
          <p:cNvPr id="4" name="Content Placeholder 3" descr="A computer screen shot of a person writing on a clipboard&#10;&#10;Description automatically generated">
            <a:extLst>
              <a:ext uri="{FF2B5EF4-FFF2-40B4-BE49-F238E27FC236}">
                <a16:creationId xmlns:a16="http://schemas.microsoft.com/office/drawing/2014/main" id="{AF95498C-A1E7-D927-C8AD-199377E08613}"/>
              </a:ext>
            </a:extLst>
          </p:cNvPr>
          <p:cNvPicPr>
            <a:picLocks noGrp="1" noChangeAspect="1"/>
          </p:cNvPicPr>
          <p:nvPr>
            <p:ph idx="1"/>
          </p:nvPr>
        </p:nvPicPr>
        <p:blipFill>
          <a:blip r:embed="rId2"/>
          <a:stretch>
            <a:fillRect/>
          </a:stretch>
        </p:blipFill>
        <p:spPr>
          <a:xfrm>
            <a:off x="1348088" y="1063625"/>
            <a:ext cx="9431430" cy="5370914"/>
          </a:xfrm>
        </p:spPr>
      </p:pic>
    </p:spTree>
    <p:extLst>
      <p:ext uri="{BB962C8B-B14F-4D97-AF65-F5344CB8AC3E}">
        <p14:creationId xmlns:p14="http://schemas.microsoft.com/office/powerpoint/2010/main" val="511137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1D72B-E309-1BB7-48ED-4CF1E994A3E3}"/>
              </a:ext>
            </a:extLst>
          </p:cNvPr>
          <p:cNvSpPr>
            <a:spLocks noGrp="1"/>
          </p:cNvSpPr>
          <p:nvPr>
            <p:ph type="title"/>
          </p:nvPr>
        </p:nvSpPr>
        <p:spPr>
          <a:xfrm>
            <a:off x="838200" y="365125"/>
            <a:ext cx="10515600" cy="477704"/>
          </a:xfrm>
        </p:spPr>
        <p:txBody>
          <a:bodyPr>
            <a:normAutofit fontScale="90000"/>
          </a:bodyPr>
          <a:lstStyle/>
          <a:p>
            <a:r>
              <a:rPr lang="en-US" b="1">
                <a:latin typeface="Times New Roman"/>
                <a:ea typeface="Calibri Light"/>
                <a:cs typeface="Calibri Light"/>
              </a:rPr>
              <a:t>Owner Details</a:t>
            </a:r>
            <a:endParaRPr lang="en-US" b="1">
              <a:latin typeface="Times New Roman"/>
            </a:endParaRPr>
          </a:p>
        </p:txBody>
      </p:sp>
      <p:pic>
        <p:nvPicPr>
          <p:cNvPr id="4" name="Content Placeholder 3">
            <a:extLst>
              <a:ext uri="{FF2B5EF4-FFF2-40B4-BE49-F238E27FC236}">
                <a16:creationId xmlns:a16="http://schemas.microsoft.com/office/drawing/2014/main" id="{8F22EC4C-F2BD-1103-122F-207DBB3E289F}"/>
              </a:ext>
            </a:extLst>
          </p:cNvPr>
          <p:cNvPicPr>
            <a:picLocks noGrp="1" noChangeAspect="1"/>
          </p:cNvPicPr>
          <p:nvPr>
            <p:ph idx="1"/>
          </p:nvPr>
        </p:nvPicPr>
        <p:blipFill>
          <a:blip r:embed="rId2"/>
          <a:stretch>
            <a:fillRect/>
          </a:stretch>
        </p:blipFill>
        <p:spPr>
          <a:xfrm>
            <a:off x="950989" y="999231"/>
            <a:ext cx="10171964" cy="5435309"/>
          </a:xfrm>
        </p:spPr>
      </p:pic>
    </p:spTree>
    <p:extLst>
      <p:ext uri="{BB962C8B-B14F-4D97-AF65-F5344CB8AC3E}">
        <p14:creationId xmlns:p14="http://schemas.microsoft.com/office/powerpoint/2010/main" val="3333987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60E1C-33A4-1C0B-691B-B743E147B550}"/>
              </a:ext>
            </a:extLst>
          </p:cNvPr>
          <p:cNvSpPr>
            <a:spLocks noGrp="1"/>
          </p:cNvSpPr>
          <p:nvPr>
            <p:ph type="title"/>
          </p:nvPr>
        </p:nvSpPr>
        <p:spPr>
          <a:xfrm>
            <a:off x="838200" y="365125"/>
            <a:ext cx="10515600" cy="466972"/>
          </a:xfrm>
        </p:spPr>
        <p:txBody>
          <a:bodyPr>
            <a:normAutofit fontScale="90000"/>
          </a:bodyPr>
          <a:lstStyle/>
          <a:p>
            <a:r>
              <a:rPr lang="en-US" b="1">
                <a:latin typeface="Times New Roman"/>
                <a:ea typeface="Calibri Light"/>
                <a:cs typeface="Calibri Light"/>
              </a:rPr>
              <a:t>Patient Details</a:t>
            </a:r>
          </a:p>
        </p:txBody>
      </p:sp>
      <p:pic>
        <p:nvPicPr>
          <p:cNvPr id="4" name="Content Placeholder 3" descr="A screenshot of a computer&#10;&#10;Description automatically generated">
            <a:extLst>
              <a:ext uri="{FF2B5EF4-FFF2-40B4-BE49-F238E27FC236}">
                <a16:creationId xmlns:a16="http://schemas.microsoft.com/office/drawing/2014/main" id="{469443D5-2B7B-E5C9-61EB-81605A6A3A41}"/>
              </a:ext>
            </a:extLst>
          </p:cNvPr>
          <p:cNvPicPr>
            <a:picLocks noGrp="1" noChangeAspect="1"/>
          </p:cNvPicPr>
          <p:nvPr>
            <p:ph idx="1"/>
          </p:nvPr>
        </p:nvPicPr>
        <p:blipFill>
          <a:blip r:embed="rId2"/>
          <a:stretch>
            <a:fillRect/>
          </a:stretch>
        </p:blipFill>
        <p:spPr>
          <a:xfrm>
            <a:off x="1294427" y="977767"/>
            <a:ext cx="9474359" cy="5338717"/>
          </a:xfrm>
        </p:spPr>
      </p:pic>
    </p:spTree>
    <p:extLst>
      <p:ext uri="{BB962C8B-B14F-4D97-AF65-F5344CB8AC3E}">
        <p14:creationId xmlns:p14="http://schemas.microsoft.com/office/powerpoint/2010/main" val="1504090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E760E-C3C5-CE8D-E7A9-0D2739DA7722}"/>
              </a:ext>
            </a:extLst>
          </p:cNvPr>
          <p:cNvSpPr>
            <a:spLocks noGrp="1"/>
          </p:cNvSpPr>
          <p:nvPr>
            <p:ph type="title"/>
          </p:nvPr>
        </p:nvSpPr>
        <p:spPr/>
        <p:txBody>
          <a:bodyPr/>
          <a:lstStyle/>
          <a:p>
            <a:r>
              <a:rPr lang="en-US" b="1" dirty="0">
                <a:latin typeface="Times New Roman"/>
                <a:cs typeface="Calibri Light"/>
              </a:rPr>
              <a:t>Queries on trained data</a:t>
            </a:r>
            <a:endParaRPr lang="en-US" b="1" dirty="0">
              <a:latin typeface="Times New Roman"/>
            </a:endParaRPr>
          </a:p>
        </p:txBody>
      </p:sp>
      <p:pic>
        <p:nvPicPr>
          <p:cNvPr id="4" name="Content Placeholder 3" descr="A screenshot of a computer&#10;&#10;Description automatically generated">
            <a:extLst>
              <a:ext uri="{FF2B5EF4-FFF2-40B4-BE49-F238E27FC236}">
                <a16:creationId xmlns:a16="http://schemas.microsoft.com/office/drawing/2014/main" id="{E7CE23A2-FBBE-BAF2-2C7C-8512A2411B4E}"/>
              </a:ext>
            </a:extLst>
          </p:cNvPr>
          <p:cNvPicPr>
            <a:picLocks noGrp="1" noChangeAspect="1"/>
          </p:cNvPicPr>
          <p:nvPr>
            <p:ph idx="1"/>
          </p:nvPr>
        </p:nvPicPr>
        <p:blipFill>
          <a:blip r:embed="rId2"/>
          <a:stretch>
            <a:fillRect/>
          </a:stretch>
        </p:blipFill>
        <p:spPr>
          <a:xfrm>
            <a:off x="1283369" y="1574926"/>
            <a:ext cx="9063789" cy="4682289"/>
          </a:xfrm>
        </p:spPr>
      </p:pic>
    </p:spTree>
    <p:extLst>
      <p:ext uri="{BB962C8B-B14F-4D97-AF65-F5344CB8AC3E}">
        <p14:creationId xmlns:p14="http://schemas.microsoft.com/office/powerpoint/2010/main" val="373172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D112A-FB99-4502-A1E3-14A5659217DA}"/>
              </a:ext>
            </a:extLst>
          </p:cNvPr>
          <p:cNvSpPr>
            <a:spLocks noGrp="1"/>
          </p:cNvSpPr>
          <p:nvPr>
            <p:ph type="title"/>
          </p:nvPr>
        </p:nvSpPr>
        <p:spPr/>
        <p:txBody>
          <a:bodyPr/>
          <a:lstStyle/>
          <a:p>
            <a:r>
              <a:rPr lang="en-US" b="1" dirty="0">
                <a:latin typeface="Times New Roman"/>
                <a:cs typeface="Calibri Light"/>
              </a:rPr>
              <a:t>Result from query processing</a:t>
            </a:r>
            <a:endParaRPr lang="en-US" b="1" dirty="0">
              <a:latin typeface="Times New Roman"/>
            </a:endParaRPr>
          </a:p>
        </p:txBody>
      </p:sp>
      <p:pic>
        <p:nvPicPr>
          <p:cNvPr id="7" name="Content Placeholder 6" descr="A screenshot of a computer&#10;&#10;Description automatically generated">
            <a:extLst>
              <a:ext uri="{FF2B5EF4-FFF2-40B4-BE49-F238E27FC236}">
                <a16:creationId xmlns:a16="http://schemas.microsoft.com/office/drawing/2014/main" id="{93DE632C-EDCE-7642-DA2E-98D028CA847A}"/>
              </a:ext>
            </a:extLst>
          </p:cNvPr>
          <p:cNvPicPr>
            <a:picLocks noGrp="1" noChangeAspect="1"/>
          </p:cNvPicPr>
          <p:nvPr>
            <p:ph idx="1"/>
          </p:nvPr>
        </p:nvPicPr>
        <p:blipFill>
          <a:blip r:embed="rId2"/>
          <a:stretch>
            <a:fillRect/>
          </a:stretch>
        </p:blipFill>
        <p:spPr>
          <a:xfrm>
            <a:off x="1544053" y="1635084"/>
            <a:ext cx="9254288" cy="4642183"/>
          </a:xfrm>
        </p:spPr>
      </p:pic>
    </p:spTree>
    <p:extLst>
      <p:ext uri="{BB962C8B-B14F-4D97-AF65-F5344CB8AC3E}">
        <p14:creationId xmlns:p14="http://schemas.microsoft.com/office/powerpoint/2010/main" val="1052580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494E8-8B04-05E5-1441-C64DC4316A20}"/>
              </a:ext>
            </a:extLst>
          </p:cNvPr>
          <p:cNvSpPr>
            <a:spLocks noGrp="1"/>
          </p:cNvSpPr>
          <p:nvPr>
            <p:ph type="title"/>
          </p:nvPr>
        </p:nvSpPr>
        <p:spPr>
          <a:xfrm>
            <a:off x="838200" y="365125"/>
            <a:ext cx="10515600" cy="434775"/>
          </a:xfrm>
        </p:spPr>
        <p:txBody>
          <a:bodyPr>
            <a:normAutofit fontScale="90000"/>
          </a:bodyPr>
          <a:lstStyle/>
          <a:p>
            <a:r>
              <a:rPr lang="en-US" b="1">
                <a:latin typeface="Times New Roman"/>
                <a:ea typeface="Calibri Light"/>
                <a:cs typeface="Calibri Light"/>
              </a:rPr>
              <a:t>Testing Techniques</a:t>
            </a:r>
            <a:endParaRPr lang="en-US" b="1">
              <a:latin typeface="Times New Roman"/>
            </a:endParaRPr>
          </a:p>
        </p:txBody>
      </p:sp>
      <p:sp>
        <p:nvSpPr>
          <p:cNvPr id="3" name="Content Placeholder 2">
            <a:extLst>
              <a:ext uri="{FF2B5EF4-FFF2-40B4-BE49-F238E27FC236}">
                <a16:creationId xmlns:a16="http://schemas.microsoft.com/office/drawing/2014/main" id="{725AAF46-ABDC-EA40-0856-330FE2DC16F7}"/>
              </a:ext>
            </a:extLst>
          </p:cNvPr>
          <p:cNvSpPr>
            <a:spLocks noGrp="1"/>
          </p:cNvSpPr>
          <p:nvPr>
            <p:ph idx="1"/>
          </p:nvPr>
        </p:nvSpPr>
        <p:spPr>
          <a:xfrm>
            <a:off x="580623" y="848977"/>
            <a:ext cx="10773177" cy="5327986"/>
          </a:xfrm>
        </p:spPr>
        <p:txBody>
          <a:bodyPr vert="horz" lIns="91440" tIns="45720" rIns="91440" bIns="45720" rtlCol="0" anchor="t">
            <a:normAutofit lnSpcReduction="10000"/>
          </a:bodyPr>
          <a:lstStyle/>
          <a:p>
            <a:pPr marL="0" indent="0" algn="just">
              <a:buNone/>
            </a:pPr>
            <a:endParaRPr lang="en-US" sz="1600">
              <a:latin typeface="Times New Roman"/>
              <a:ea typeface="Calibri" panose="020F0502020204030204"/>
              <a:cs typeface="Times New Roman"/>
            </a:endParaRPr>
          </a:p>
          <a:p>
            <a:pPr algn="just"/>
            <a:r>
              <a:rPr lang="en-US" sz="2000" b="1" dirty="0">
                <a:latin typeface="Times New Roman"/>
                <a:ea typeface="+mn-lt"/>
                <a:cs typeface="+mn-lt"/>
              </a:rPr>
              <a:t>Unit Testing : </a:t>
            </a:r>
            <a:r>
              <a:rPr lang="en-US" sz="1800" dirty="0">
                <a:latin typeface="Times New Roman"/>
                <a:ea typeface="+mn-lt"/>
                <a:cs typeface="+mn-lt"/>
              </a:rPr>
              <a:t>During this testing, each module is tested individually and the module interfaces are verified for the consistency with design specification. </a:t>
            </a:r>
            <a:r>
              <a:rPr lang="en-US" sz="1800" dirty="0" err="1">
                <a:latin typeface="Times New Roman"/>
                <a:ea typeface="+mn-lt"/>
                <a:cs typeface="+mn-lt"/>
              </a:rPr>
              <a:t>All important</a:t>
            </a:r>
            <a:r>
              <a:rPr lang="en-US" sz="1800" dirty="0">
                <a:latin typeface="Times New Roman"/>
                <a:ea typeface="+mn-lt"/>
                <a:cs typeface="+mn-lt"/>
              </a:rPr>
              <a:t> processing path are tested for the expected results. All error handling paths are also tested.</a:t>
            </a:r>
            <a:endParaRPr lang="en-US" sz="1800" dirty="0">
              <a:latin typeface="Times New Roman"/>
              <a:ea typeface="+mn-lt"/>
              <a:cs typeface="Times New Roman"/>
            </a:endParaRPr>
          </a:p>
          <a:p>
            <a:pPr algn="just"/>
            <a:r>
              <a:rPr lang="en-US" sz="2000" b="1" dirty="0">
                <a:latin typeface="Times New Roman"/>
                <a:ea typeface="+mn-lt"/>
                <a:cs typeface="+mn-lt"/>
              </a:rPr>
              <a:t>Integration Testing :</a:t>
            </a:r>
            <a:r>
              <a:rPr lang="en-US" sz="1800" dirty="0">
                <a:latin typeface="Times New Roman"/>
                <a:ea typeface="+mn-lt"/>
                <a:cs typeface="Times New Roman"/>
              </a:rPr>
              <a:t> Integration testing addresses the issues associated with the dual problems of verification and program construction. </a:t>
            </a:r>
            <a:r>
              <a:rPr lang="en-US" sz="1800" dirty="0">
                <a:latin typeface="Times New Roman"/>
                <a:ea typeface="+mn-lt"/>
                <a:cs typeface="+mn-lt"/>
              </a:rPr>
              <a:t>The bottom up approaches tests each module individually and then each module is module is integrated with a main module and tested for functionality.</a:t>
            </a:r>
            <a:endParaRPr lang="en-US" sz="1800" dirty="0">
              <a:latin typeface="Times New Roman"/>
              <a:ea typeface="+mn-lt"/>
              <a:cs typeface="Calibri" panose="020F0502020204030204"/>
            </a:endParaRPr>
          </a:p>
          <a:p>
            <a:pPr algn="just"/>
            <a:r>
              <a:rPr lang="en-US" sz="2000" b="1" dirty="0">
                <a:latin typeface="Times New Roman"/>
                <a:ea typeface="+mn-lt"/>
                <a:cs typeface="+mn-lt"/>
              </a:rPr>
              <a:t>User Acceptance Testing : </a:t>
            </a:r>
            <a:r>
              <a:rPr lang="en-US" sz="1800" dirty="0">
                <a:latin typeface="Times New Roman"/>
                <a:ea typeface="+mn-lt"/>
                <a:cs typeface="+mn-lt"/>
              </a:rPr>
              <a:t>User Acceptance of a system is the key factor for the success of any system. The system under consideration is tested for user acceptance by constantly keeping in touch with the prospective system users at the time of developing and making changes wherever required. The system developed provides a friendly user interface that can easily be understood even by a person who is new to the system</a:t>
            </a:r>
            <a:r>
              <a:rPr lang="en-US" sz="1600" dirty="0">
                <a:ea typeface="+mn-lt"/>
                <a:cs typeface="+mn-lt"/>
              </a:rPr>
              <a:t>.</a:t>
            </a:r>
            <a:endParaRPr lang="en-US" sz="1600" b="1" dirty="0">
              <a:latin typeface="Times New Roman"/>
              <a:ea typeface="+mn-lt"/>
              <a:cs typeface="Times New Roman"/>
            </a:endParaRPr>
          </a:p>
          <a:p>
            <a:pPr algn="just"/>
            <a:r>
              <a:rPr lang="en-US" sz="2000" b="1" dirty="0">
                <a:latin typeface="Times New Roman"/>
                <a:ea typeface="+mn-lt"/>
                <a:cs typeface="+mn-lt"/>
              </a:rPr>
              <a:t>Output Testing </a:t>
            </a:r>
            <a:r>
              <a:rPr lang="en-US" sz="1800" b="1" dirty="0">
                <a:latin typeface="Times New Roman"/>
                <a:ea typeface="+mn-lt"/>
                <a:cs typeface="+mn-lt"/>
              </a:rPr>
              <a:t>:</a:t>
            </a:r>
            <a:r>
              <a:rPr lang="en-US" sz="1800" b="1" dirty="0">
                <a:latin typeface="Times New Roman"/>
                <a:ea typeface="+mn-lt"/>
                <a:cs typeface="Calibri"/>
              </a:rPr>
              <a:t> </a:t>
            </a:r>
            <a:r>
              <a:rPr lang="en-US" sz="1800" dirty="0">
                <a:latin typeface="Times New Roman"/>
                <a:ea typeface="+mn-lt"/>
                <a:cs typeface="Times New Roman"/>
              </a:rPr>
              <a:t>After performing the validation testing, the next step is output testing of the proposed system, since no system could be useful if it does not produce the required output in the specified format. Asking the users about the format required by them tests the outputs generated or displayed by the system under consideration.  Hence the output format is considered in 2 ways – one is on screen and another in printed format.</a:t>
            </a:r>
            <a:endParaRPr lang="en-US" sz="1800" b="1" dirty="0">
              <a:latin typeface="Times New Roman"/>
              <a:cs typeface="Times New Roman"/>
            </a:endParaRPr>
          </a:p>
          <a:p>
            <a:r>
              <a:rPr lang="en-US" sz="2000" b="1" dirty="0">
                <a:latin typeface="Times New Roman"/>
                <a:ea typeface="Calibri"/>
                <a:cs typeface="Calibri"/>
              </a:rPr>
              <a:t>Validation Testing :</a:t>
            </a:r>
            <a:r>
              <a:rPr lang="en-US" sz="2000" b="1" dirty="0">
                <a:latin typeface="Times New Roman"/>
                <a:ea typeface="+mn-lt"/>
                <a:cs typeface="+mn-lt"/>
              </a:rPr>
              <a:t> </a:t>
            </a:r>
            <a:r>
              <a:rPr lang="en-US" sz="1600" dirty="0">
                <a:ea typeface="+mn-lt"/>
                <a:cs typeface="+mn-lt"/>
              </a:rPr>
              <a:t>V</a:t>
            </a:r>
            <a:r>
              <a:rPr lang="en-US" sz="1800" dirty="0">
                <a:ea typeface="+mn-lt"/>
                <a:cs typeface="+mn-lt"/>
              </a:rPr>
              <a:t>alidation checks are performed on the following fields.</a:t>
            </a:r>
            <a:endParaRPr lang="en-US" sz="1800" b="1" dirty="0">
              <a:ea typeface="Calibri"/>
              <a:cs typeface="Calibri"/>
            </a:endParaRPr>
          </a:p>
          <a:p>
            <a:pPr>
              <a:buAutoNum type="arabicPeriod"/>
            </a:pPr>
            <a:r>
              <a:rPr lang="en-US" sz="1600" b="1" dirty="0">
                <a:latin typeface="Calibri"/>
                <a:ea typeface="Calibri"/>
                <a:cs typeface="Calibri"/>
              </a:rPr>
              <a:t>Text Field</a:t>
            </a:r>
          </a:p>
          <a:p>
            <a:pPr>
              <a:buAutoNum type="arabicPeriod"/>
            </a:pPr>
            <a:r>
              <a:rPr lang="en-US" sz="1600" b="1" dirty="0">
                <a:latin typeface="Calibri"/>
                <a:ea typeface="Calibri"/>
                <a:cs typeface="Calibri"/>
              </a:rPr>
              <a:t>Numeric Field</a:t>
            </a:r>
          </a:p>
          <a:p>
            <a:pPr algn="just"/>
            <a:endParaRPr lang="en-US" sz="2000" b="1">
              <a:latin typeface="Times New Roman"/>
              <a:ea typeface="Calibri"/>
              <a:cs typeface="Calibri"/>
            </a:endParaRPr>
          </a:p>
          <a:p>
            <a:pPr>
              <a:buNone/>
            </a:pPr>
            <a:endParaRPr lang="en-US">
              <a:ea typeface="Calibri" panose="020F0502020204030204"/>
              <a:cs typeface="Calibri" panose="020F0502020204030204"/>
            </a:endParaRPr>
          </a:p>
        </p:txBody>
      </p:sp>
    </p:spTree>
    <p:extLst>
      <p:ext uri="{BB962C8B-B14F-4D97-AF65-F5344CB8AC3E}">
        <p14:creationId xmlns:p14="http://schemas.microsoft.com/office/powerpoint/2010/main" val="1050515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C7CBB-7A4B-CF68-5ACE-E92E1655A412}"/>
              </a:ext>
            </a:extLst>
          </p:cNvPr>
          <p:cNvSpPr>
            <a:spLocks noGrp="1"/>
          </p:cNvSpPr>
          <p:nvPr>
            <p:ph type="title"/>
          </p:nvPr>
        </p:nvSpPr>
        <p:spPr/>
        <p:txBody>
          <a:bodyPr/>
          <a:lstStyle/>
          <a:p>
            <a:r>
              <a:rPr lang="en-US" b="1" dirty="0">
                <a:latin typeface="Times New Roman"/>
                <a:ea typeface="Calibri Light"/>
                <a:cs typeface="Calibri Light"/>
              </a:rPr>
              <a:t>Future Enhancement</a:t>
            </a:r>
          </a:p>
        </p:txBody>
      </p:sp>
      <p:sp>
        <p:nvSpPr>
          <p:cNvPr id="3" name="Content Placeholder 2">
            <a:extLst>
              <a:ext uri="{FF2B5EF4-FFF2-40B4-BE49-F238E27FC236}">
                <a16:creationId xmlns:a16="http://schemas.microsoft.com/office/drawing/2014/main" id="{2ACE1868-7637-2CB9-491A-B859076787CE}"/>
              </a:ext>
            </a:extLst>
          </p:cNvPr>
          <p:cNvSpPr>
            <a:spLocks noGrp="1"/>
          </p:cNvSpPr>
          <p:nvPr>
            <p:ph idx="1"/>
          </p:nvPr>
        </p:nvSpPr>
        <p:spPr>
          <a:xfrm>
            <a:off x="838200" y="1535851"/>
            <a:ext cx="10515600" cy="4941619"/>
          </a:xfrm>
        </p:spPr>
        <p:txBody>
          <a:bodyPr vert="horz" lIns="91440" tIns="45720" rIns="91440" bIns="45720" rtlCol="0" anchor="t">
            <a:normAutofit fontScale="77500" lnSpcReduction="20000"/>
          </a:bodyPr>
          <a:lstStyle/>
          <a:p>
            <a:r>
              <a:rPr lang="en-US" b="1" dirty="0">
                <a:ea typeface="+mn-lt"/>
                <a:cs typeface="+mn-lt"/>
              </a:rPr>
              <a:t>Semantically Secure Encryption</a:t>
            </a:r>
            <a:r>
              <a:rPr lang="en-US" dirty="0">
                <a:ea typeface="+mn-lt"/>
                <a:cs typeface="+mn-lt"/>
              </a:rPr>
              <a:t>: The system uses semantically secure encryption to</a:t>
            </a:r>
            <a:br>
              <a:rPr lang="en-US" dirty="0">
                <a:ea typeface="+mn-lt"/>
                <a:cs typeface="+mn-lt"/>
              </a:rPr>
            </a:br>
            <a:r>
              <a:rPr lang="en-US" dirty="0">
                <a:ea typeface="+mn-lt"/>
                <a:cs typeface="+mn-lt"/>
              </a:rPr>
              <a:t>ensure that data remains confidential even when processed in the cloud server.</a:t>
            </a:r>
          </a:p>
          <a:p>
            <a:r>
              <a:rPr lang="en-US" dirty="0">
                <a:ea typeface="+mn-lt"/>
                <a:cs typeface="+mn-lt"/>
              </a:rPr>
              <a:t> </a:t>
            </a:r>
            <a:r>
              <a:rPr lang="en-US" b="1" dirty="0">
                <a:ea typeface="+mn-lt"/>
                <a:cs typeface="+mn-lt"/>
              </a:rPr>
              <a:t>Secure Dominance Protocol:</a:t>
            </a:r>
            <a:r>
              <a:rPr lang="en-US" dirty="0">
                <a:ea typeface="+mn-lt"/>
                <a:cs typeface="+mn-lt"/>
              </a:rPr>
              <a:t> Introduces a new secure dominance protocol that can be</a:t>
            </a:r>
            <a:br>
              <a:rPr lang="en-US" dirty="0">
                <a:ea typeface="+mn-lt"/>
                <a:cs typeface="+mn-lt"/>
              </a:rPr>
            </a:br>
            <a:r>
              <a:rPr lang="en-US" dirty="0">
                <a:ea typeface="+mn-lt"/>
                <a:cs typeface="+mn-lt"/>
              </a:rPr>
              <a:t>used as a building block for not only skyline queries but also for other types of queries,</a:t>
            </a:r>
            <a:br>
              <a:rPr lang="en-US" dirty="0">
                <a:ea typeface="+mn-lt"/>
                <a:cs typeface="+mn-lt"/>
              </a:rPr>
            </a:br>
            <a:r>
              <a:rPr lang="en-US" dirty="0">
                <a:ea typeface="+mn-lt"/>
                <a:cs typeface="+mn-lt"/>
              </a:rPr>
              <a:t>enhancing the overall security of the system.</a:t>
            </a:r>
          </a:p>
          <a:p>
            <a:r>
              <a:rPr lang="en-US" b="1" dirty="0">
                <a:ea typeface="+mn-lt"/>
                <a:cs typeface="+mn-lt"/>
              </a:rPr>
              <a:t>Privacy and Security:</a:t>
            </a:r>
            <a:r>
              <a:rPr lang="en-US" dirty="0">
                <a:ea typeface="+mn-lt"/>
                <a:cs typeface="+mn-lt"/>
              </a:rPr>
              <a:t> The system places a strong emphasis on data privacy and security,</a:t>
            </a:r>
            <a:br>
              <a:rPr lang="en-US" dirty="0">
                <a:ea typeface="+mn-lt"/>
                <a:cs typeface="+mn-lt"/>
              </a:rPr>
            </a:br>
            <a:r>
              <a:rPr lang="en-US" dirty="0">
                <a:ea typeface="+mn-lt"/>
                <a:cs typeface="+mn-lt"/>
              </a:rPr>
              <a:t>ensuring that sensitive data remains protected from unauthorized access, especially in the</a:t>
            </a:r>
            <a:br>
              <a:rPr lang="en-US" dirty="0">
                <a:ea typeface="+mn-lt"/>
                <a:cs typeface="+mn-lt"/>
              </a:rPr>
            </a:br>
            <a:r>
              <a:rPr lang="en-US" dirty="0">
                <a:ea typeface="+mn-lt"/>
                <a:cs typeface="+mn-lt"/>
              </a:rPr>
              <a:t>context of cloud-based data storage and processing.</a:t>
            </a:r>
          </a:p>
          <a:p>
            <a:r>
              <a:rPr lang="en-US" b="1" dirty="0">
                <a:ea typeface="+mn-lt"/>
                <a:cs typeface="+mn-lt"/>
              </a:rPr>
              <a:t>Multi-Criteria Decision Making</a:t>
            </a:r>
            <a:r>
              <a:rPr lang="en-US" dirty="0">
                <a:ea typeface="+mn-lt"/>
                <a:cs typeface="+mn-lt"/>
              </a:rPr>
              <a:t>: The system supports skyline queries, which are</a:t>
            </a:r>
            <a:br>
              <a:rPr lang="en-US" dirty="0">
                <a:ea typeface="+mn-lt"/>
                <a:cs typeface="+mn-lt"/>
              </a:rPr>
            </a:br>
            <a:r>
              <a:rPr lang="en-US" dirty="0">
                <a:ea typeface="+mn-lt"/>
                <a:cs typeface="+mn-lt"/>
              </a:rPr>
              <a:t>essential for multi-criteria decision-making processes. It helps identify the best records that</a:t>
            </a:r>
            <a:br>
              <a:rPr lang="en-US" dirty="0">
                <a:ea typeface="+mn-lt"/>
                <a:cs typeface="+mn-lt"/>
              </a:rPr>
            </a:br>
            <a:r>
              <a:rPr lang="en-US" dirty="0">
                <a:ea typeface="+mn-lt"/>
                <a:cs typeface="+mn-lt"/>
              </a:rPr>
              <a:t>meet multiple criteria, even when the relative weights of attributes are not predefined.</a:t>
            </a:r>
          </a:p>
          <a:p>
            <a:r>
              <a:rPr lang="en-US" b="1" dirty="0">
                <a:ea typeface="+mn-lt"/>
                <a:cs typeface="+mn-lt"/>
              </a:rPr>
              <a:t>Optimization of Data Partitioning: </a:t>
            </a:r>
            <a:r>
              <a:rPr lang="en-US" dirty="0">
                <a:ea typeface="+mn-lt"/>
                <a:cs typeface="+mn-lt"/>
              </a:rPr>
              <a:t>Implements data partitioning optimization to enhance</a:t>
            </a:r>
            <a:br>
              <a:rPr lang="en-US" dirty="0">
                <a:ea typeface="+mn-lt"/>
                <a:cs typeface="+mn-lt"/>
              </a:rPr>
            </a:br>
            <a:r>
              <a:rPr lang="en-US" dirty="0">
                <a:ea typeface="+mn-lt"/>
                <a:cs typeface="+mn-lt"/>
              </a:rPr>
              <a:t>the speed of data processing, addressing one of the limitations of the existing system.</a:t>
            </a: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2016931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C2712-FBAC-C10E-CFE8-6EED17D13017}"/>
              </a:ext>
            </a:extLst>
          </p:cNvPr>
          <p:cNvSpPr>
            <a:spLocks noGrp="1"/>
          </p:cNvSpPr>
          <p:nvPr>
            <p:ph type="title"/>
          </p:nvPr>
        </p:nvSpPr>
        <p:spPr/>
        <p:txBody>
          <a:bodyPr/>
          <a:lstStyle/>
          <a:p>
            <a:r>
              <a:rPr lang="en-US" b="1">
                <a:latin typeface="Times New Roman"/>
                <a:ea typeface="Calibri Light"/>
                <a:cs typeface="Calibri Light"/>
              </a:rPr>
              <a:t>Conclusion</a:t>
            </a:r>
            <a:endParaRPr lang="en-US" b="1">
              <a:latin typeface="Times New Roman"/>
            </a:endParaRPr>
          </a:p>
        </p:txBody>
      </p:sp>
      <p:sp>
        <p:nvSpPr>
          <p:cNvPr id="3" name="Content Placeholder 2">
            <a:extLst>
              <a:ext uri="{FF2B5EF4-FFF2-40B4-BE49-F238E27FC236}">
                <a16:creationId xmlns:a16="http://schemas.microsoft.com/office/drawing/2014/main" id="{8A394A2B-CA71-D35E-5B0C-FDCDB5D63407}"/>
              </a:ext>
            </a:extLst>
          </p:cNvPr>
          <p:cNvSpPr>
            <a:spLocks noGrp="1"/>
          </p:cNvSpPr>
          <p:nvPr>
            <p:ph idx="1"/>
          </p:nvPr>
        </p:nvSpPr>
        <p:spPr/>
        <p:txBody>
          <a:bodyPr vert="horz" lIns="91440" tIns="45720" rIns="91440" bIns="45720" rtlCol="0" anchor="t">
            <a:normAutofit/>
          </a:bodyPr>
          <a:lstStyle/>
          <a:p>
            <a:pPr marL="0" indent="0" algn="just">
              <a:buNone/>
            </a:pPr>
            <a:r>
              <a:rPr lang="en-US" sz="2000" dirty="0">
                <a:latin typeface="Times New Roman"/>
                <a:ea typeface="Calibri"/>
                <a:cs typeface="Times New Roman"/>
              </a:rPr>
              <a:t>We proposed a fully secure skyline protocol on encrypted data using two non-colliding cloud servers under the semi-honest model. It ensures semantic security in that the cloud servers know nothing about the data including indirect data patterns, query, as well as the query result. In addition, the client and data owner do not need to participate in the computation. We also presented a secure dominance protocol which can be used by skyline queries as well as other queries. Furthermore, we demonstrated two optimizations, data partitioning and lazy merging, to further reduce the computation load. Finally, we presented our implementation of the protocol and demonstrated the feasibility and efficiency of the solution. As for future work, we plan to optimize the communication time complexity to further improve the performance of the protocol</a:t>
            </a:r>
            <a:r>
              <a:rPr lang="en-US" sz="2000" dirty="0">
                <a:latin typeface="Times New Roman"/>
                <a:ea typeface="+mn-lt"/>
                <a:cs typeface="+mn-lt"/>
              </a:rPr>
              <a:t>.</a:t>
            </a:r>
            <a:endParaRPr lang="en-US" sz="2000" dirty="0">
              <a:latin typeface="Times New Roman"/>
              <a:ea typeface="Calibri"/>
              <a:cs typeface="Calibri"/>
            </a:endParaRPr>
          </a:p>
        </p:txBody>
      </p:sp>
    </p:spTree>
    <p:extLst>
      <p:ext uri="{BB962C8B-B14F-4D97-AF65-F5344CB8AC3E}">
        <p14:creationId xmlns:p14="http://schemas.microsoft.com/office/powerpoint/2010/main" val="1186568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Down Arrow 7">
            <a:extLst>
              <a:ext uri="{FF2B5EF4-FFF2-40B4-BE49-F238E27FC236}">
                <a16:creationId xmlns:a16="http://schemas.microsoft.com/office/drawing/2014/main" id="{B547373F-AF2E-4907-B442-9F902B387F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0100" y="-4763"/>
            <a:ext cx="3333749" cy="3338514"/>
          </a:xfrm>
          <a:prstGeom prst="downArrow">
            <a:avLst>
              <a:gd name="adj1" fmla="val 100000"/>
              <a:gd name="adj2" fmla="val 26890"/>
            </a:avLst>
          </a:prstGeom>
          <a:solidFill>
            <a:schemeClr val="tx1">
              <a:lumMod val="85000"/>
              <a:lumOff val="15000"/>
            </a:schemeClr>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A98EB6-E7B7-8F77-3DA6-E71D0EA047DD}"/>
              </a:ext>
            </a:extLst>
          </p:cNvPr>
          <p:cNvSpPr>
            <a:spLocks noGrp="1"/>
          </p:cNvSpPr>
          <p:nvPr>
            <p:ph type="title"/>
          </p:nvPr>
        </p:nvSpPr>
        <p:spPr>
          <a:xfrm>
            <a:off x="1028700" y="190501"/>
            <a:ext cx="3109099" cy="1871481"/>
          </a:xfrm>
          <a:noFill/>
        </p:spPr>
        <p:txBody>
          <a:bodyPr anchor="ctr">
            <a:normAutofit/>
          </a:bodyPr>
          <a:lstStyle/>
          <a:p>
            <a:pPr algn="ctr"/>
            <a:r>
              <a:rPr lang="en-US" sz="3200" b="1">
                <a:solidFill>
                  <a:schemeClr val="bg1"/>
                </a:solidFill>
                <a:latin typeface="Times New Roman"/>
                <a:cs typeface="Calibri Light"/>
              </a:rPr>
              <a:t>REFERENCES:</a:t>
            </a:r>
          </a:p>
        </p:txBody>
      </p:sp>
      <p:sp>
        <p:nvSpPr>
          <p:cNvPr id="3" name="Content Placeholder 2">
            <a:extLst>
              <a:ext uri="{FF2B5EF4-FFF2-40B4-BE49-F238E27FC236}">
                <a16:creationId xmlns:a16="http://schemas.microsoft.com/office/drawing/2014/main" id="{BB0EC269-F231-6979-7C53-C024827FE796}"/>
              </a:ext>
            </a:extLst>
          </p:cNvPr>
          <p:cNvSpPr>
            <a:spLocks noGrp="1"/>
          </p:cNvSpPr>
          <p:nvPr>
            <p:ph idx="4294967295"/>
          </p:nvPr>
        </p:nvSpPr>
        <p:spPr>
          <a:xfrm>
            <a:off x="0" y="3521584"/>
            <a:ext cx="10515600" cy="2999866"/>
          </a:xfrm>
        </p:spPr>
        <p:txBody>
          <a:bodyPr vert="horz" lIns="91440" tIns="45720" rIns="91440" bIns="45720" rtlCol="0" anchor="t">
            <a:normAutofit lnSpcReduction="10000"/>
          </a:bodyPr>
          <a:lstStyle/>
          <a:p>
            <a:r>
              <a:rPr lang="en-US" sz="2400">
                <a:ea typeface="+mn-lt"/>
                <a:cs typeface="+mn-lt"/>
              </a:rPr>
              <a:t>T. Hara, V.I. Zadorozhny, and E. Buchmann, Wireless Sensor Network Technologies for the Information Explosion Era, Studies in Computational Intelligence, vol. 278. Springer-Verlag, 2010.</a:t>
            </a:r>
          </a:p>
          <a:p>
            <a:r>
              <a:rPr lang="en-US" sz="2400">
                <a:ea typeface="+mn-lt"/>
                <a:cs typeface="+mn-lt"/>
              </a:rPr>
              <a:t>Y. Wang, G. Attebury, and B. Ramamurthy, “A Survey of Security Issues in Wireless Sensor Networks,” IEEE Comm. Surveys &amp; Tutorials, vol. 8, no. 2, pp. 2-23, Second Quarter 2006.</a:t>
            </a:r>
          </a:p>
          <a:p>
            <a:r>
              <a:rPr lang="en-US" sz="2400">
                <a:ea typeface="+mn-lt"/>
                <a:cs typeface="+mn-lt"/>
              </a:rPr>
              <a:t>K. Pradeepa, W.R. Anne, and S. Duraisamy, “Design and Implementation Issues of Clustering in Wireless Sensor Networks,” Int’l J. Computer Applications, vol. 47, no. 11, pp. 23-28, 2012</a:t>
            </a:r>
            <a:endParaRPr lang="en-US" sz="2400">
              <a:cs typeface="Calibri"/>
            </a:endParaRPr>
          </a:p>
        </p:txBody>
      </p:sp>
    </p:spTree>
    <p:extLst>
      <p:ext uri="{BB962C8B-B14F-4D97-AF65-F5344CB8AC3E}">
        <p14:creationId xmlns:p14="http://schemas.microsoft.com/office/powerpoint/2010/main" val="13183615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6">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8">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8" name="Group 10">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2" name="Freeform: Shape 11">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12">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16">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18" name="Freeform: Shape 17">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8E306E7-951F-0641-5E24-EA7ECCC8C98B}"/>
              </a:ext>
            </a:extLst>
          </p:cNvPr>
          <p:cNvSpPr>
            <a:spLocks noGrp="1"/>
          </p:cNvSpPr>
          <p:nvPr>
            <p:ph type="title"/>
          </p:nvPr>
        </p:nvSpPr>
        <p:spPr>
          <a:xfrm>
            <a:off x="4039576" y="2061512"/>
            <a:ext cx="4926833" cy="3137541"/>
          </a:xfrm>
        </p:spPr>
        <p:txBody>
          <a:bodyPr vert="horz" lIns="91440" tIns="45720" rIns="91440" bIns="45720" rtlCol="0" anchor="ctr">
            <a:normAutofit/>
          </a:bodyPr>
          <a:lstStyle/>
          <a:p>
            <a:r>
              <a:rPr lang="en-US" sz="6000" b="1" kern="1200">
                <a:latin typeface="+mj-lt"/>
                <a:ea typeface="+mj-ea"/>
                <a:cs typeface="+mj-cs"/>
              </a:rPr>
              <a:t>THANK YOU</a:t>
            </a:r>
            <a:br>
              <a:rPr lang="en-US" sz="6000" b="1"/>
            </a:br>
            <a:r>
              <a:rPr lang="en-US" sz="2400" b="1">
                <a:cs typeface="Calibri Light"/>
              </a:rPr>
              <a:t>                                                   </a:t>
            </a:r>
            <a:br>
              <a:rPr lang="en-US" sz="2400" b="1">
                <a:cs typeface="Calibri Light"/>
              </a:rPr>
            </a:br>
            <a:br>
              <a:rPr lang="en-US" sz="2400" b="1">
                <a:cs typeface="Calibri Light"/>
              </a:rPr>
            </a:br>
            <a:r>
              <a:rPr lang="en-US" sz="2400" b="1">
                <a:cs typeface="Calibri Light"/>
              </a:rPr>
              <a:t>                                                 </a:t>
            </a:r>
            <a:r>
              <a:rPr lang="en-US" sz="3600" b="1">
                <a:cs typeface="Calibri Light"/>
              </a:rPr>
              <a:t>  A-14</a:t>
            </a:r>
            <a:endParaRPr lang="en-US" sz="3600" b="1" kern="1200">
              <a:latin typeface="+mj-lt"/>
              <a:cs typeface="Calibri Light"/>
            </a:endParaRPr>
          </a:p>
        </p:txBody>
      </p:sp>
    </p:spTree>
    <p:extLst>
      <p:ext uri="{BB962C8B-B14F-4D97-AF65-F5344CB8AC3E}">
        <p14:creationId xmlns:p14="http://schemas.microsoft.com/office/powerpoint/2010/main" val="17962813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29</Slides>
  <Notes>0</Notes>
  <HiddenSlides>0</HiddenSlide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office theme</vt:lpstr>
      <vt:lpstr>Office Theme</vt:lpstr>
      <vt:lpstr>PowerPoint Presentation</vt:lpstr>
      <vt:lpstr>ABSTRACT</vt:lpstr>
      <vt:lpstr>INTRODUCTION</vt:lpstr>
      <vt:lpstr>LITERATURE SURVEY</vt:lpstr>
      <vt:lpstr>EXISTING METHODOLOGY </vt:lpstr>
      <vt:lpstr>PROPOSED METHODOLGY</vt:lpstr>
      <vt:lpstr>SOFTWARE REQUIREMENT SPECIFICATIONS</vt:lpstr>
      <vt:lpstr>HARDWARE REQUIREMENTS</vt:lpstr>
      <vt:lpstr>ARCHITECTURE:</vt:lpstr>
      <vt:lpstr>Class Diagram</vt:lpstr>
      <vt:lpstr>Sequence Diagram</vt:lpstr>
      <vt:lpstr>Data Flow Diagram</vt:lpstr>
      <vt:lpstr>Client Flowchart</vt:lpstr>
      <vt:lpstr>Owner Flowchart</vt:lpstr>
      <vt:lpstr>Cloud Flowchart</vt:lpstr>
      <vt:lpstr>Screen Shots Of Output Screen login:link</vt:lpstr>
      <vt:lpstr>Owner login</vt:lpstr>
      <vt:lpstr>Client Login</vt:lpstr>
      <vt:lpstr>Cloud Login</vt:lpstr>
      <vt:lpstr>Cloud Server Menu</vt:lpstr>
      <vt:lpstr>Owner Details</vt:lpstr>
      <vt:lpstr>Patient Details</vt:lpstr>
      <vt:lpstr>Queries on trained data</vt:lpstr>
      <vt:lpstr>Result from query processing</vt:lpstr>
      <vt:lpstr>Testing Techniques</vt:lpstr>
      <vt:lpstr>Future Enhancement</vt:lpstr>
      <vt:lpstr>Conclusion</vt:lpstr>
      <vt:lpstr>REFERENCES:</vt:lpstr>
      <vt:lpstr>THANK YOU                                                                                                         A-14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99</cp:revision>
  <dcterms:created xsi:type="dcterms:W3CDTF">2023-03-13T04:58:05Z</dcterms:created>
  <dcterms:modified xsi:type="dcterms:W3CDTF">2023-11-07T12:37:41Z</dcterms:modified>
</cp:coreProperties>
</file>